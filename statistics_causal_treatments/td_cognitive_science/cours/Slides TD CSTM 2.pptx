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315" r:id="rId2"/>
    <p:sldId id="376" r:id="rId3"/>
    <p:sldId id="377" r:id="rId4"/>
    <p:sldId id="380" r:id="rId5"/>
    <p:sldId id="378" r:id="rId6"/>
    <p:sldId id="379" r:id="rId7"/>
    <p:sldId id="381" r:id="rId8"/>
    <p:sldId id="383" r:id="rId9"/>
    <p:sldId id="386" r:id="rId10"/>
    <p:sldId id="384" r:id="rId11"/>
    <p:sldId id="387" r:id="rId12"/>
    <p:sldId id="388" r:id="rId13"/>
    <p:sldId id="389" r:id="rId14"/>
    <p:sldId id="390" r:id="rId15"/>
    <p:sldId id="385" r:id="rId16"/>
    <p:sldId id="391" r:id="rId17"/>
    <p:sldId id="392" r:id="rId18"/>
    <p:sldId id="393" r:id="rId19"/>
    <p:sldId id="394" r:id="rId20"/>
    <p:sldId id="395" r:id="rId21"/>
    <p:sldId id="397" r:id="rId22"/>
    <p:sldId id="273" r:id="rId23"/>
    <p:sldId id="398" r:id="rId24"/>
    <p:sldId id="399" r:id="rId25"/>
    <p:sldId id="400" r:id="rId26"/>
    <p:sldId id="382" r:id="rId27"/>
    <p:sldId id="401" r:id="rId28"/>
    <p:sldId id="375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Relationship Id="rId35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euchot" userId="f4d683cade09c368" providerId="LiveId" clId="{9AD601B3-104C-2C40-8927-469F7A25B954}"/>
    <pc:docChg chg="modSld">
      <pc:chgData name="Thomas Beuchot" userId="f4d683cade09c368" providerId="LiveId" clId="{9AD601B3-104C-2C40-8927-469F7A25B954}" dt="2025-02-13T07:16:55.714" v="3" actId="20577"/>
      <pc:docMkLst>
        <pc:docMk/>
      </pc:docMkLst>
      <pc:sldChg chg="modSp">
        <pc:chgData name="Thomas Beuchot" userId="f4d683cade09c368" providerId="LiveId" clId="{9AD601B3-104C-2C40-8927-469F7A25B954}" dt="2025-02-13T07:16:55.714" v="3" actId="20577"/>
        <pc:sldMkLst>
          <pc:docMk/>
          <pc:sldMk cId="1104979650" sldId="382"/>
        </pc:sldMkLst>
        <pc:spChg chg="mod">
          <ac:chgData name="Thomas Beuchot" userId="f4d683cade09c368" providerId="LiveId" clId="{9AD601B3-104C-2C40-8927-469F7A25B954}" dt="2025-02-13T07:16:55.714" v="3" actId="20577"/>
          <ac:spMkLst>
            <pc:docMk/>
            <pc:sldMk cId="1104979650" sldId="382"/>
            <ac:spMk id="4" creationId="{E8DA8403-8EDA-8F06-1EBE-FFFAA0E4771A}"/>
          </ac:spMkLst>
        </pc:spChg>
      </pc:sldChg>
    </pc:docChg>
  </pc:docChgLst>
  <pc:docChgLst>
    <pc:chgData name="Thomas Beuchot" userId="f4d683cade09c368" providerId="LiveId" clId="{6B4CAC6A-A7EA-4AEF-A797-3A8E4E45B826}"/>
    <pc:docChg chg="undo custSel addSld delSld modSld sldOrd">
      <pc:chgData name="Thomas Beuchot" userId="f4d683cade09c368" providerId="LiveId" clId="{6B4CAC6A-A7EA-4AEF-A797-3A8E4E45B826}" dt="2025-02-11T17:30:06.749" v="1957" actId="20577"/>
      <pc:docMkLst>
        <pc:docMk/>
      </pc:docMkLst>
      <pc:sldChg chg="add">
        <pc:chgData name="Thomas Beuchot" userId="f4d683cade09c368" providerId="LiveId" clId="{6B4CAC6A-A7EA-4AEF-A797-3A8E4E45B826}" dt="2025-02-11T17:23:48.606" v="1259"/>
        <pc:sldMkLst>
          <pc:docMk/>
          <pc:sldMk cId="0" sldId="273"/>
        </pc:sldMkLst>
      </pc:sldChg>
      <pc:sldChg chg="modSp mod">
        <pc:chgData name="Thomas Beuchot" userId="f4d683cade09c368" providerId="LiveId" clId="{6B4CAC6A-A7EA-4AEF-A797-3A8E4E45B826}" dt="2025-02-11T12:03:38.131" v="5" actId="5793"/>
        <pc:sldMkLst>
          <pc:docMk/>
          <pc:sldMk cId="0" sldId="315"/>
        </pc:sldMkLst>
        <pc:spChg chg="mod">
          <ac:chgData name="Thomas Beuchot" userId="f4d683cade09c368" providerId="LiveId" clId="{6B4CAC6A-A7EA-4AEF-A797-3A8E4E45B826}" dt="2025-02-11T12:03:38.131" v="5" actId="5793"/>
          <ac:spMkLst>
            <pc:docMk/>
            <pc:sldMk cId="0" sldId="315"/>
            <ac:spMk id="2" creationId="{6CE172F0-663C-68E1-FDE1-4E206150EEB5}"/>
          </ac:spMkLst>
        </pc:spChg>
      </pc:sldChg>
      <pc:sldChg chg="del">
        <pc:chgData name="Thomas Beuchot" userId="f4d683cade09c368" providerId="LiveId" clId="{6B4CAC6A-A7EA-4AEF-A797-3A8E4E45B826}" dt="2025-02-11T12:03:42.080" v="7" actId="47"/>
        <pc:sldMkLst>
          <pc:docMk/>
          <pc:sldMk cId="0" sldId="340"/>
        </pc:sldMkLst>
      </pc:sldChg>
      <pc:sldChg chg="add del">
        <pc:chgData name="Thomas Beuchot" userId="f4d683cade09c368" providerId="LiveId" clId="{6B4CAC6A-A7EA-4AEF-A797-3A8E4E45B826}" dt="2025-02-11T12:48:37.278" v="526" actId="47"/>
        <pc:sldMkLst>
          <pc:docMk/>
          <pc:sldMk cId="1341060179" sldId="349"/>
        </pc:sldMkLst>
      </pc:sldChg>
      <pc:sldChg chg="del">
        <pc:chgData name="Thomas Beuchot" userId="f4d683cade09c368" providerId="LiveId" clId="{6B4CAC6A-A7EA-4AEF-A797-3A8E4E45B826}" dt="2025-02-11T12:04:04.640" v="30" actId="47"/>
        <pc:sldMkLst>
          <pc:docMk/>
          <pc:sldMk cId="3140184169" sldId="350"/>
        </pc:sldMkLst>
      </pc:sldChg>
      <pc:sldChg chg="add del">
        <pc:chgData name="Thomas Beuchot" userId="f4d683cade09c368" providerId="LiveId" clId="{6B4CAC6A-A7EA-4AEF-A797-3A8E4E45B826}" dt="2025-02-11T17:27:03.593" v="1830" actId="47"/>
        <pc:sldMkLst>
          <pc:docMk/>
          <pc:sldMk cId="3029071102" sldId="354"/>
        </pc:sldMkLst>
      </pc:sldChg>
      <pc:sldChg chg="add del">
        <pc:chgData name="Thomas Beuchot" userId="f4d683cade09c368" providerId="LiveId" clId="{6B4CAC6A-A7EA-4AEF-A797-3A8E4E45B826}" dt="2025-02-11T17:27:15.706" v="1849" actId="47"/>
        <pc:sldMkLst>
          <pc:docMk/>
          <pc:sldMk cId="2662242035" sldId="355"/>
        </pc:sldMkLst>
      </pc:sldChg>
      <pc:sldChg chg="del">
        <pc:chgData name="Thomas Beuchot" userId="f4d683cade09c368" providerId="LiveId" clId="{6B4CAC6A-A7EA-4AEF-A797-3A8E4E45B826}" dt="2025-02-11T12:03:50.788" v="13" actId="47"/>
        <pc:sldMkLst>
          <pc:docMk/>
          <pc:sldMk cId="1839013219" sldId="356"/>
        </pc:sldMkLst>
      </pc:sldChg>
      <pc:sldChg chg="del">
        <pc:chgData name="Thomas Beuchot" userId="f4d683cade09c368" providerId="LiveId" clId="{6B4CAC6A-A7EA-4AEF-A797-3A8E4E45B826}" dt="2025-02-11T12:03:51.174" v="14" actId="47"/>
        <pc:sldMkLst>
          <pc:docMk/>
          <pc:sldMk cId="1794088714" sldId="357"/>
        </pc:sldMkLst>
      </pc:sldChg>
      <pc:sldChg chg="del">
        <pc:chgData name="Thomas Beuchot" userId="f4d683cade09c368" providerId="LiveId" clId="{6B4CAC6A-A7EA-4AEF-A797-3A8E4E45B826}" dt="2025-02-11T12:03:51.574" v="15" actId="47"/>
        <pc:sldMkLst>
          <pc:docMk/>
          <pc:sldMk cId="333262650" sldId="359"/>
        </pc:sldMkLst>
      </pc:sldChg>
      <pc:sldChg chg="del">
        <pc:chgData name="Thomas Beuchot" userId="f4d683cade09c368" providerId="LiveId" clId="{6B4CAC6A-A7EA-4AEF-A797-3A8E4E45B826}" dt="2025-02-11T12:03:51.894" v="16" actId="47"/>
        <pc:sldMkLst>
          <pc:docMk/>
          <pc:sldMk cId="2364501933" sldId="360"/>
        </pc:sldMkLst>
      </pc:sldChg>
      <pc:sldChg chg="del">
        <pc:chgData name="Thomas Beuchot" userId="f4d683cade09c368" providerId="LiveId" clId="{6B4CAC6A-A7EA-4AEF-A797-3A8E4E45B826}" dt="2025-02-11T12:03:52.142" v="17" actId="47"/>
        <pc:sldMkLst>
          <pc:docMk/>
          <pc:sldMk cId="1371408693" sldId="361"/>
        </pc:sldMkLst>
      </pc:sldChg>
      <pc:sldChg chg="del">
        <pc:chgData name="Thomas Beuchot" userId="f4d683cade09c368" providerId="LiveId" clId="{6B4CAC6A-A7EA-4AEF-A797-3A8E4E45B826}" dt="2025-02-11T12:03:52.542" v="18" actId="47"/>
        <pc:sldMkLst>
          <pc:docMk/>
          <pc:sldMk cId="3764748453" sldId="362"/>
        </pc:sldMkLst>
      </pc:sldChg>
      <pc:sldChg chg="del">
        <pc:chgData name="Thomas Beuchot" userId="f4d683cade09c368" providerId="LiveId" clId="{6B4CAC6A-A7EA-4AEF-A797-3A8E4E45B826}" dt="2025-02-11T12:03:52.734" v="19" actId="47"/>
        <pc:sldMkLst>
          <pc:docMk/>
          <pc:sldMk cId="2968587409" sldId="363"/>
        </pc:sldMkLst>
      </pc:sldChg>
      <pc:sldChg chg="del">
        <pc:chgData name="Thomas Beuchot" userId="f4d683cade09c368" providerId="LiveId" clId="{6B4CAC6A-A7EA-4AEF-A797-3A8E4E45B826}" dt="2025-02-11T12:03:52.926" v="20" actId="47"/>
        <pc:sldMkLst>
          <pc:docMk/>
          <pc:sldMk cId="307066268" sldId="364"/>
        </pc:sldMkLst>
      </pc:sldChg>
      <pc:sldChg chg="del">
        <pc:chgData name="Thomas Beuchot" userId="f4d683cade09c368" providerId="LiveId" clId="{6B4CAC6A-A7EA-4AEF-A797-3A8E4E45B826}" dt="2025-02-11T12:03:53.254" v="21" actId="47"/>
        <pc:sldMkLst>
          <pc:docMk/>
          <pc:sldMk cId="385569189" sldId="365"/>
        </pc:sldMkLst>
      </pc:sldChg>
      <pc:sldChg chg="del">
        <pc:chgData name="Thomas Beuchot" userId="f4d683cade09c368" providerId="LiveId" clId="{6B4CAC6A-A7EA-4AEF-A797-3A8E4E45B826}" dt="2025-02-11T12:03:53.615" v="22" actId="47"/>
        <pc:sldMkLst>
          <pc:docMk/>
          <pc:sldMk cId="1745301999" sldId="366"/>
        </pc:sldMkLst>
      </pc:sldChg>
      <pc:sldChg chg="del">
        <pc:chgData name="Thomas Beuchot" userId="f4d683cade09c368" providerId="LiveId" clId="{6B4CAC6A-A7EA-4AEF-A797-3A8E4E45B826}" dt="2025-02-11T12:03:53.885" v="23" actId="47"/>
        <pc:sldMkLst>
          <pc:docMk/>
          <pc:sldMk cId="3157346002" sldId="367"/>
        </pc:sldMkLst>
      </pc:sldChg>
      <pc:sldChg chg="del">
        <pc:chgData name="Thomas Beuchot" userId="f4d683cade09c368" providerId="LiveId" clId="{6B4CAC6A-A7EA-4AEF-A797-3A8E4E45B826}" dt="2025-02-11T12:03:55.380" v="25" actId="47"/>
        <pc:sldMkLst>
          <pc:docMk/>
          <pc:sldMk cId="1833106556" sldId="368"/>
        </pc:sldMkLst>
      </pc:sldChg>
      <pc:sldChg chg="del">
        <pc:chgData name="Thomas Beuchot" userId="f4d683cade09c368" providerId="LiveId" clId="{6B4CAC6A-A7EA-4AEF-A797-3A8E4E45B826}" dt="2025-02-11T12:03:54.615" v="24" actId="47"/>
        <pc:sldMkLst>
          <pc:docMk/>
          <pc:sldMk cId="3827713553" sldId="369"/>
        </pc:sldMkLst>
      </pc:sldChg>
      <pc:sldChg chg="del">
        <pc:chgData name="Thomas Beuchot" userId="f4d683cade09c368" providerId="LiveId" clId="{6B4CAC6A-A7EA-4AEF-A797-3A8E4E45B826}" dt="2025-02-11T12:03:56.707" v="27" actId="47"/>
        <pc:sldMkLst>
          <pc:docMk/>
          <pc:sldMk cId="264399571" sldId="370"/>
        </pc:sldMkLst>
      </pc:sldChg>
      <pc:sldChg chg="del">
        <pc:chgData name="Thomas Beuchot" userId="f4d683cade09c368" providerId="LiveId" clId="{6B4CAC6A-A7EA-4AEF-A797-3A8E4E45B826}" dt="2025-02-11T12:03:56.017" v="26" actId="47"/>
        <pc:sldMkLst>
          <pc:docMk/>
          <pc:sldMk cId="2066482127" sldId="371"/>
        </pc:sldMkLst>
      </pc:sldChg>
      <pc:sldChg chg="del">
        <pc:chgData name="Thomas Beuchot" userId="f4d683cade09c368" providerId="LiveId" clId="{6B4CAC6A-A7EA-4AEF-A797-3A8E4E45B826}" dt="2025-02-11T12:03:57.328" v="28" actId="47"/>
        <pc:sldMkLst>
          <pc:docMk/>
          <pc:sldMk cId="506113023" sldId="372"/>
        </pc:sldMkLst>
      </pc:sldChg>
      <pc:sldChg chg="del">
        <pc:chgData name="Thomas Beuchot" userId="f4d683cade09c368" providerId="LiveId" clId="{6B4CAC6A-A7EA-4AEF-A797-3A8E4E45B826}" dt="2025-02-11T12:03:58.366" v="29" actId="47"/>
        <pc:sldMkLst>
          <pc:docMk/>
          <pc:sldMk cId="3992808583" sldId="373"/>
        </pc:sldMkLst>
      </pc:sldChg>
      <pc:sldChg chg="del">
        <pc:chgData name="Thomas Beuchot" userId="f4d683cade09c368" providerId="LiveId" clId="{6B4CAC6A-A7EA-4AEF-A797-3A8E4E45B826}" dt="2025-02-11T12:04:05.523" v="31" actId="47"/>
        <pc:sldMkLst>
          <pc:docMk/>
          <pc:sldMk cId="2330272959" sldId="374"/>
        </pc:sldMkLst>
      </pc:sldChg>
      <pc:sldChg chg="modSp mod">
        <pc:chgData name="Thomas Beuchot" userId="f4d683cade09c368" providerId="LiveId" clId="{6B4CAC6A-A7EA-4AEF-A797-3A8E4E45B826}" dt="2025-02-11T17:27:44.338" v="1907" actId="20577"/>
        <pc:sldMkLst>
          <pc:docMk/>
          <pc:sldMk cId="3043405444" sldId="375"/>
        </pc:sldMkLst>
        <pc:spChg chg="mod">
          <ac:chgData name="Thomas Beuchot" userId="f4d683cade09c368" providerId="LiveId" clId="{6B4CAC6A-A7EA-4AEF-A797-3A8E4E45B826}" dt="2025-02-11T17:27:44.338" v="1907" actId="20577"/>
          <ac:spMkLst>
            <pc:docMk/>
            <pc:sldMk cId="3043405444" sldId="375"/>
            <ac:spMk id="4" creationId="{3F4803C0-584C-299D-C036-70955EF20141}"/>
          </ac:spMkLst>
        </pc:spChg>
      </pc:sldChg>
      <pc:sldChg chg="del">
        <pc:chgData name="Thomas Beuchot" userId="f4d683cade09c368" providerId="LiveId" clId="{6B4CAC6A-A7EA-4AEF-A797-3A8E4E45B826}" dt="2025-02-11T12:03:41.573" v="6" actId="47"/>
        <pc:sldMkLst>
          <pc:docMk/>
          <pc:sldMk cId="514214538" sldId="376"/>
        </pc:sldMkLst>
      </pc:sldChg>
      <pc:sldChg chg="addSp delSp modSp add mod">
        <pc:chgData name="Thomas Beuchot" userId="f4d683cade09c368" providerId="LiveId" clId="{6B4CAC6A-A7EA-4AEF-A797-3A8E4E45B826}" dt="2025-02-11T12:31:42.751" v="505" actId="22"/>
        <pc:sldMkLst>
          <pc:docMk/>
          <pc:sldMk cId="3646921900" sldId="376"/>
        </pc:sldMkLst>
        <pc:spChg chg="mod">
          <ac:chgData name="Thomas Beuchot" userId="f4d683cade09c368" providerId="LiveId" clId="{6B4CAC6A-A7EA-4AEF-A797-3A8E4E45B826}" dt="2025-02-11T12:06:19.563" v="135" actId="123"/>
          <ac:spMkLst>
            <pc:docMk/>
            <pc:sldMk cId="3646921900" sldId="376"/>
            <ac:spMk id="2" creationId="{1F7F02C1-04EB-3234-95DA-7EE190FF7077}"/>
          </ac:spMkLst>
        </pc:spChg>
        <pc:picChg chg="add">
          <ac:chgData name="Thomas Beuchot" userId="f4d683cade09c368" providerId="LiveId" clId="{6B4CAC6A-A7EA-4AEF-A797-3A8E4E45B826}" dt="2025-02-11T12:31:42.751" v="505" actId="22"/>
          <ac:picMkLst>
            <pc:docMk/>
            <pc:sldMk cId="3646921900" sldId="376"/>
            <ac:picMk id="11" creationId="{BAABD5F3-6230-8B5F-C0E5-3E86C64F817B}"/>
          </ac:picMkLst>
        </pc:picChg>
      </pc:sldChg>
      <pc:sldChg chg="addSp delSp modSp add mod">
        <pc:chgData name="Thomas Beuchot" userId="f4d683cade09c368" providerId="LiveId" clId="{6B4CAC6A-A7EA-4AEF-A797-3A8E4E45B826}" dt="2025-02-11T12:32:29.600" v="507" actId="22"/>
        <pc:sldMkLst>
          <pc:docMk/>
          <pc:sldMk cId="364828336" sldId="377"/>
        </pc:sldMkLst>
        <pc:spChg chg="mod">
          <ac:chgData name="Thomas Beuchot" userId="f4d683cade09c368" providerId="LiveId" clId="{6B4CAC6A-A7EA-4AEF-A797-3A8E4E45B826}" dt="2025-02-11T12:08:01.701" v="191" actId="20577"/>
          <ac:spMkLst>
            <pc:docMk/>
            <pc:sldMk cId="364828336" sldId="377"/>
            <ac:spMk id="2" creationId="{BE9A7102-8AE7-1406-156A-359A71CA50CA}"/>
          </ac:spMkLst>
        </pc:spChg>
        <pc:picChg chg="add">
          <ac:chgData name="Thomas Beuchot" userId="f4d683cade09c368" providerId="LiveId" clId="{6B4CAC6A-A7EA-4AEF-A797-3A8E4E45B826}" dt="2025-02-11T12:32:29.600" v="507" actId="22"/>
          <ac:picMkLst>
            <pc:docMk/>
            <pc:sldMk cId="364828336" sldId="377"/>
            <ac:picMk id="4" creationId="{67246CCC-DE32-FD23-BE99-9A38A426FBD0}"/>
          </ac:picMkLst>
        </pc:picChg>
      </pc:sldChg>
      <pc:sldChg chg="del">
        <pc:chgData name="Thomas Beuchot" userId="f4d683cade09c368" providerId="LiveId" clId="{6B4CAC6A-A7EA-4AEF-A797-3A8E4E45B826}" dt="2025-02-11T12:04:06.199" v="32" actId="47"/>
        <pc:sldMkLst>
          <pc:docMk/>
          <pc:sldMk cId="4143465172" sldId="377"/>
        </pc:sldMkLst>
      </pc:sldChg>
      <pc:sldChg chg="addSp delSp modSp add mod">
        <pc:chgData name="Thomas Beuchot" userId="f4d683cade09c368" providerId="LiveId" clId="{6B4CAC6A-A7EA-4AEF-A797-3A8E4E45B826}" dt="2025-02-11T12:38:41.721" v="515" actId="22"/>
        <pc:sldMkLst>
          <pc:docMk/>
          <pc:sldMk cId="942041426" sldId="378"/>
        </pc:sldMkLst>
        <pc:spChg chg="mod">
          <ac:chgData name="Thomas Beuchot" userId="f4d683cade09c368" providerId="LiveId" clId="{6B4CAC6A-A7EA-4AEF-A797-3A8E4E45B826}" dt="2025-02-11T12:10:35.690" v="311" actId="20577"/>
          <ac:spMkLst>
            <pc:docMk/>
            <pc:sldMk cId="942041426" sldId="378"/>
            <ac:spMk id="2" creationId="{C8FD5D15-42EA-C5E7-0546-1EF45D40B8D7}"/>
          </ac:spMkLst>
        </pc:spChg>
        <pc:picChg chg="add">
          <ac:chgData name="Thomas Beuchot" userId="f4d683cade09c368" providerId="LiveId" clId="{6B4CAC6A-A7EA-4AEF-A797-3A8E4E45B826}" dt="2025-02-11T12:38:41.721" v="515" actId="22"/>
          <ac:picMkLst>
            <pc:docMk/>
            <pc:sldMk cId="942041426" sldId="378"/>
            <ac:picMk id="4" creationId="{68DF7E0E-0A98-8F14-AB8B-D3A342A1A847}"/>
          </ac:picMkLst>
        </pc:picChg>
      </pc:sldChg>
      <pc:sldChg chg="addSp delSp modSp add mod">
        <pc:chgData name="Thomas Beuchot" userId="f4d683cade09c368" providerId="LiveId" clId="{6B4CAC6A-A7EA-4AEF-A797-3A8E4E45B826}" dt="2025-02-11T12:47:43.080" v="517" actId="22"/>
        <pc:sldMkLst>
          <pc:docMk/>
          <pc:sldMk cId="450238475" sldId="379"/>
        </pc:sldMkLst>
        <pc:spChg chg="mod">
          <ac:chgData name="Thomas Beuchot" userId="f4d683cade09c368" providerId="LiveId" clId="{6B4CAC6A-A7EA-4AEF-A797-3A8E4E45B826}" dt="2025-02-11T12:13:46.378" v="498" actId="20577"/>
          <ac:spMkLst>
            <pc:docMk/>
            <pc:sldMk cId="450238475" sldId="379"/>
            <ac:spMk id="2" creationId="{8EB698D7-5514-8C00-6223-251387E2A89C}"/>
          </ac:spMkLst>
        </pc:spChg>
        <pc:picChg chg="add">
          <ac:chgData name="Thomas Beuchot" userId="f4d683cade09c368" providerId="LiveId" clId="{6B4CAC6A-A7EA-4AEF-A797-3A8E4E45B826}" dt="2025-02-11T12:47:43.080" v="517" actId="22"/>
          <ac:picMkLst>
            <pc:docMk/>
            <pc:sldMk cId="450238475" sldId="379"/>
            <ac:picMk id="4" creationId="{AC4EB06B-B6BF-3A71-E92D-B923D9992E77}"/>
          </ac:picMkLst>
        </pc:picChg>
      </pc:sldChg>
      <pc:sldChg chg="add del">
        <pc:chgData name="Thomas Beuchot" userId="f4d683cade09c368" providerId="LiveId" clId="{6B4CAC6A-A7EA-4AEF-A797-3A8E4E45B826}" dt="2025-02-11T12:33:05.285" v="510"/>
        <pc:sldMkLst>
          <pc:docMk/>
          <pc:sldMk cId="597111261" sldId="380"/>
        </pc:sldMkLst>
      </pc:sldChg>
      <pc:sldChg chg="addSp delSp modSp add del mod">
        <pc:chgData name="Thomas Beuchot" userId="f4d683cade09c368" providerId="LiveId" clId="{6B4CAC6A-A7EA-4AEF-A797-3A8E4E45B826}" dt="2025-02-11T12:34:52.595" v="513" actId="22"/>
        <pc:sldMkLst>
          <pc:docMk/>
          <pc:sldMk cId="1319659123" sldId="380"/>
        </pc:sldMkLst>
        <pc:spChg chg="mod">
          <ac:chgData name="Thomas Beuchot" userId="f4d683cade09c368" providerId="LiveId" clId="{6B4CAC6A-A7EA-4AEF-A797-3A8E4E45B826}" dt="2025-02-11T12:10:32.290" v="309" actId="20577"/>
          <ac:spMkLst>
            <pc:docMk/>
            <pc:sldMk cId="1319659123" sldId="380"/>
            <ac:spMk id="2" creationId="{EAFAA844-0269-9CC4-986D-9DA042044D85}"/>
          </ac:spMkLst>
        </pc:spChg>
        <pc:picChg chg="add">
          <ac:chgData name="Thomas Beuchot" userId="f4d683cade09c368" providerId="LiveId" clId="{6B4CAC6A-A7EA-4AEF-A797-3A8E4E45B826}" dt="2025-02-11T12:34:52.595" v="513" actId="22"/>
          <ac:picMkLst>
            <pc:docMk/>
            <pc:sldMk cId="1319659123" sldId="380"/>
            <ac:picMk id="4" creationId="{DA568044-9E16-654B-ED30-35DCA14ED6F1}"/>
          </ac:picMkLst>
        </pc:picChg>
      </pc:sldChg>
      <pc:sldChg chg="add del">
        <pc:chgData name="Thomas Beuchot" userId="f4d683cade09c368" providerId="LiveId" clId="{6B4CAC6A-A7EA-4AEF-A797-3A8E4E45B826}" dt="2025-02-11T12:13:52.312" v="500"/>
        <pc:sldMkLst>
          <pc:docMk/>
          <pc:sldMk cId="3674880121" sldId="381"/>
        </pc:sldMkLst>
      </pc:sldChg>
      <pc:sldChg chg="addSp delSp modSp add mod">
        <pc:chgData name="Thomas Beuchot" userId="f4d683cade09c368" providerId="LiveId" clId="{6B4CAC6A-A7EA-4AEF-A797-3A8E4E45B826}" dt="2025-02-11T17:29:59.564" v="1931" actId="20577"/>
        <pc:sldMkLst>
          <pc:docMk/>
          <pc:sldMk cId="3912952421" sldId="381"/>
        </pc:sldMkLst>
        <pc:spChg chg="mod">
          <ac:chgData name="Thomas Beuchot" userId="f4d683cade09c368" providerId="LiveId" clId="{6B4CAC6A-A7EA-4AEF-A797-3A8E4E45B826}" dt="2025-02-11T17:08:02.307" v="554" actId="20577"/>
          <ac:spMkLst>
            <pc:docMk/>
            <pc:sldMk cId="3912952421" sldId="381"/>
            <ac:spMk id="2" creationId="{9257E3F6-0560-BC77-7A4C-8E5C92891E26}"/>
          </ac:spMkLst>
        </pc:spChg>
        <pc:spChg chg="add mod">
          <ac:chgData name="Thomas Beuchot" userId="f4d683cade09c368" providerId="LiveId" clId="{6B4CAC6A-A7EA-4AEF-A797-3A8E4E45B826}" dt="2025-02-11T17:29:59.564" v="1931" actId="20577"/>
          <ac:spMkLst>
            <pc:docMk/>
            <pc:sldMk cId="3912952421" sldId="381"/>
            <ac:spMk id="3" creationId="{414A8162-8576-4944-A7DF-6D283D1FF7CB}"/>
          </ac:spMkLst>
        </pc:spChg>
      </pc:sldChg>
      <pc:sldChg chg="modSp add mod">
        <pc:chgData name="Thomas Beuchot" userId="f4d683cade09c368" providerId="LiveId" clId="{6B4CAC6A-A7EA-4AEF-A797-3A8E4E45B826}" dt="2025-02-11T17:17:50.270" v="1124" actId="20577"/>
        <pc:sldMkLst>
          <pc:docMk/>
          <pc:sldMk cId="1104979650" sldId="382"/>
        </pc:sldMkLst>
        <pc:spChg chg="mod">
          <ac:chgData name="Thomas Beuchot" userId="f4d683cade09c368" providerId="LiveId" clId="{6B4CAC6A-A7EA-4AEF-A797-3A8E4E45B826}" dt="2025-02-11T17:17:50.270" v="1124" actId="20577"/>
          <ac:spMkLst>
            <pc:docMk/>
            <pc:sldMk cId="1104979650" sldId="382"/>
            <ac:spMk id="4" creationId="{E8DA8403-8EDA-8F06-1EBE-FFFAA0E4771A}"/>
          </ac:spMkLst>
        </pc:spChg>
      </pc:sldChg>
      <pc:sldChg chg="addSp modSp add mod">
        <pc:chgData name="Thomas Beuchot" userId="f4d683cade09c368" providerId="LiveId" clId="{6B4CAC6A-A7EA-4AEF-A797-3A8E4E45B826}" dt="2025-02-11T17:30:06.749" v="1957" actId="20577"/>
        <pc:sldMkLst>
          <pc:docMk/>
          <pc:sldMk cId="2016725665" sldId="383"/>
        </pc:sldMkLst>
        <pc:spChg chg="mod">
          <ac:chgData name="Thomas Beuchot" userId="f4d683cade09c368" providerId="LiveId" clId="{6B4CAC6A-A7EA-4AEF-A797-3A8E4E45B826}" dt="2025-02-11T17:09:14.810" v="675" actId="20577"/>
          <ac:spMkLst>
            <pc:docMk/>
            <pc:sldMk cId="2016725665" sldId="383"/>
            <ac:spMk id="2" creationId="{D555ED84-2FDC-4A21-18E8-1B8A8DBF634F}"/>
          </ac:spMkLst>
        </pc:spChg>
        <pc:spChg chg="add mod">
          <ac:chgData name="Thomas Beuchot" userId="f4d683cade09c368" providerId="LiveId" clId="{6B4CAC6A-A7EA-4AEF-A797-3A8E4E45B826}" dt="2025-02-11T17:30:06.749" v="1957" actId="20577"/>
          <ac:spMkLst>
            <pc:docMk/>
            <pc:sldMk cId="2016725665" sldId="383"/>
            <ac:spMk id="3" creationId="{6922DDB2-CF47-E95D-F27C-9C727EBEE132}"/>
          </ac:spMkLst>
        </pc:spChg>
      </pc:sldChg>
      <pc:sldChg chg="addSp delSp modSp add mod">
        <pc:chgData name="Thomas Beuchot" userId="f4d683cade09c368" providerId="LiveId" clId="{6B4CAC6A-A7EA-4AEF-A797-3A8E4E45B826}" dt="2025-02-11T17:10:31.595" v="841" actId="22"/>
        <pc:sldMkLst>
          <pc:docMk/>
          <pc:sldMk cId="3972559448" sldId="384"/>
        </pc:sldMkLst>
        <pc:spChg chg="add mod">
          <ac:chgData name="Thomas Beuchot" userId="f4d683cade09c368" providerId="LiveId" clId="{6B4CAC6A-A7EA-4AEF-A797-3A8E4E45B826}" dt="2025-02-11T17:10:26.339" v="839" actId="20577"/>
          <ac:spMkLst>
            <pc:docMk/>
            <pc:sldMk cId="3972559448" sldId="384"/>
            <ac:spMk id="3" creationId="{26468075-4CF8-9005-787E-37E6FA4B94D7}"/>
          </ac:spMkLst>
        </pc:spChg>
      </pc:sldChg>
      <pc:sldChg chg="addSp delSp modSp add mod">
        <pc:chgData name="Thomas Beuchot" userId="f4d683cade09c368" providerId="LiveId" clId="{6B4CAC6A-A7EA-4AEF-A797-3A8E4E45B826}" dt="2025-02-11T17:17:04.432" v="1097" actId="20577"/>
        <pc:sldMkLst>
          <pc:docMk/>
          <pc:sldMk cId="3590968608" sldId="385"/>
        </pc:sldMkLst>
        <pc:spChg chg="mod">
          <ac:chgData name="Thomas Beuchot" userId="f4d683cade09c368" providerId="LiveId" clId="{6B4CAC6A-A7EA-4AEF-A797-3A8E4E45B826}" dt="2025-02-11T17:10:42.748" v="845"/>
          <ac:spMkLst>
            <pc:docMk/>
            <pc:sldMk cId="3590968608" sldId="385"/>
            <ac:spMk id="2" creationId="{2748A4C1-4CAA-448F-F121-F705966716F0}"/>
          </ac:spMkLst>
        </pc:spChg>
        <pc:spChg chg="add mod">
          <ac:chgData name="Thomas Beuchot" userId="f4d683cade09c368" providerId="LiveId" clId="{6B4CAC6A-A7EA-4AEF-A797-3A8E4E45B826}" dt="2025-02-11T17:17:04.432" v="1097" actId="20577"/>
          <ac:spMkLst>
            <pc:docMk/>
            <pc:sldMk cId="3590968608" sldId="385"/>
            <ac:spMk id="4" creationId="{177B7216-B464-3345-0CE2-D281DAE14F13}"/>
          </ac:spMkLst>
        </pc:spChg>
        <pc:picChg chg="add mod">
          <ac:chgData name="Thomas Beuchot" userId="f4d683cade09c368" providerId="LiveId" clId="{6B4CAC6A-A7EA-4AEF-A797-3A8E4E45B826}" dt="2025-02-11T17:11:00.680" v="849" actId="14100"/>
          <ac:picMkLst>
            <pc:docMk/>
            <pc:sldMk cId="3590968608" sldId="385"/>
            <ac:picMk id="1026" creationId="{62B92C59-E49A-0BA3-CECC-BF21ACF652B3}"/>
          </ac:picMkLst>
        </pc:picChg>
      </pc:sldChg>
      <pc:sldChg chg="modSp add mod ord">
        <pc:chgData name="Thomas Beuchot" userId="f4d683cade09c368" providerId="LiveId" clId="{6B4CAC6A-A7EA-4AEF-A797-3A8E4E45B826}" dt="2025-02-11T17:12:01.794" v="984"/>
        <pc:sldMkLst>
          <pc:docMk/>
          <pc:sldMk cId="4139943367" sldId="386"/>
        </pc:sldMkLst>
        <pc:spChg chg="mod">
          <ac:chgData name="Thomas Beuchot" userId="f4d683cade09c368" providerId="LiveId" clId="{6B4CAC6A-A7EA-4AEF-A797-3A8E4E45B826}" dt="2025-02-11T17:11:45.742" v="982" actId="20577"/>
          <ac:spMkLst>
            <pc:docMk/>
            <pc:sldMk cId="4139943367" sldId="386"/>
            <ac:spMk id="4" creationId="{9C25F6CB-45FA-4989-DDD9-48D15EE9764B}"/>
          </ac:spMkLst>
        </pc:spChg>
      </pc:sldChg>
      <pc:sldChg chg="modSp add mod">
        <pc:chgData name="Thomas Beuchot" userId="f4d683cade09c368" providerId="LiveId" clId="{6B4CAC6A-A7EA-4AEF-A797-3A8E4E45B826}" dt="2025-02-11T17:20:35.541" v="1240" actId="113"/>
        <pc:sldMkLst>
          <pc:docMk/>
          <pc:sldMk cId="4292653198" sldId="387"/>
        </pc:sldMkLst>
        <pc:spChg chg="mod">
          <ac:chgData name="Thomas Beuchot" userId="f4d683cade09c368" providerId="LiveId" clId="{6B4CAC6A-A7EA-4AEF-A797-3A8E4E45B826}" dt="2025-02-11T17:20:35.541" v="1240" actId="113"/>
          <ac:spMkLst>
            <pc:docMk/>
            <pc:sldMk cId="4292653198" sldId="387"/>
            <ac:spMk id="4" creationId="{BA3A7D52-C49D-3F18-658B-E3168D6092B9}"/>
          </ac:spMkLst>
        </pc:spChg>
      </pc:sldChg>
      <pc:sldChg chg="addSp delSp modSp add mod">
        <pc:chgData name="Thomas Beuchot" userId="f4d683cade09c368" providerId="LiveId" clId="{6B4CAC6A-A7EA-4AEF-A797-3A8E4E45B826}" dt="2025-02-11T17:14:40.681" v="1046" actId="1076"/>
        <pc:sldMkLst>
          <pc:docMk/>
          <pc:sldMk cId="3250656850" sldId="388"/>
        </pc:sldMkLst>
        <pc:spChg chg="mod">
          <ac:chgData name="Thomas Beuchot" userId="f4d683cade09c368" providerId="LiveId" clId="{6B4CAC6A-A7EA-4AEF-A797-3A8E4E45B826}" dt="2025-02-11T17:12:48.453" v="1010"/>
          <ac:spMkLst>
            <pc:docMk/>
            <pc:sldMk cId="3250656850" sldId="388"/>
            <ac:spMk id="2" creationId="{2AE31809-4A3C-C84C-D75D-7F65DB31BAF1}"/>
          </ac:spMkLst>
        </pc:spChg>
        <pc:spChg chg="add mod">
          <ac:chgData name="Thomas Beuchot" userId="f4d683cade09c368" providerId="LiveId" clId="{6B4CAC6A-A7EA-4AEF-A797-3A8E4E45B826}" dt="2025-02-11T17:13:16.288" v="1020"/>
          <ac:spMkLst>
            <pc:docMk/>
            <pc:sldMk cId="3250656850" sldId="388"/>
            <ac:spMk id="6" creationId="{7A69E8F9-316B-5368-0148-DA202F2E7F24}"/>
          </ac:spMkLst>
        </pc:spChg>
        <pc:spChg chg="add mod">
          <ac:chgData name="Thomas Beuchot" userId="f4d683cade09c368" providerId="LiveId" clId="{6B4CAC6A-A7EA-4AEF-A797-3A8E4E45B826}" dt="2025-02-11T17:13:40.222" v="1026" actId="20577"/>
          <ac:spMkLst>
            <pc:docMk/>
            <pc:sldMk cId="3250656850" sldId="388"/>
            <ac:spMk id="7" creationId="{16D2F7CA-33AC-D182-A02A-E3DD01B3078D}"/>
          </ac:spMkLst>
        </pc:spChg>
        <pc:spChg chg="add mod">
          <ac:chgData name="Thomas Beuchot" userId="f4d683cade09c368" providerId="LiveId" clId="{6B4CAC6A-A7EA-4AEF-A797-3A8E4E45B826}" dt="2025-02-11T17:14:05.329" v="1038" actId="20577"/>
          <ac:spMkLst>
            <pc:docMk/>
            <pc:sldMk cId="3250656850" sldId="388"/>
            <ac:spMk id="8" creationId="{872935A1-B711-C06C-174D-E73CAA903527}"/>
          </ac:spMkLst>
        </pc:spChg>
        <pc:spChg chg="add mod">
          <ac:chgData name="Thomas Beuchot" userId="f4d683cade09c368" providerId="LiveId" clId="{6B4CAC6A-A7EA-4AEF-A797-3A8E4E45B826}" dt="2025-02-11T17:14:40.681" v="1046" actId="1076"/>
          <ac:spMkLst>
            <pc:docMk/>
            <pc:sldMk cId="3250656850" sldId="388"/>
            <ac:spMk id="10" creationId="{916719BC-862E-74F1-5411-2800940E5451}"/>
          </ac:spMkLst>
        </pc:spChg>
      </pc:sldChg>
      <pc:sldChg chg="add del">
        <pc:chgData name="Thomas Beuchot" userId="f4d683cade09c368" providerId="LiveId" clId="{6B4CAC6A-A7EA-4AEF-A797-3A8E4E45B826}" dt="2025-02-11T17:12:40.370" v="1008"/>
        <pc:sldMkLst>
          <pc:docMk/>
          <pc:sldMk cId="4189638528" sldId="388"/>
        </pc:sldMkLst>
      </pc:sldChg>
      <pc:sldChg chg="addSp delSp modSp add mod">
        <pc:chgData name="Thomas Beuchot" userId="f4d683cade09c368" providerId="LiveId" clId="{6B4CAC6A-A7EA-4AEF-A797-3A8E4E45B826}" dt="2025-02-11T17:16:03.597" v="1058"/>
        <pc:sldMkLst>
          <pc:docMk/>
          <pc:sldMk cId="536414210" sldId="389"/>
        </pc:sldMkLst>
        <pc:spChg chg="mod">
          <ac:chgData name="Thomas Beuchot" userId="f4d683cade09c368" providerId="LiveId" clId="{6B4CAC6A-A7EA-4AEF-A797-3A8E4E45B826}" dt="2025-02-11T17:14:53.198" v="1047"/>
          <ac:spMkLst>
            <pc:docMk/>
            <pc:sldMk cId="536414210" sldId="389"/>
            <ac:spMk id="2" creationId="{A8B9D265-601D-782F-E908-B755D7D16A68}"/>
          </ac:spMkLst>
        </pc:spChg>
        <pc:spChg chg="add mod">
          <ac:chgData name="Thomas Beuchot" userId="f4d683cade09c368" providerId="LiveId" clId="{6B4CAC6A-A7EA-4AEF-A797-3A8E4E45B826}" dt="2025-02-11T17:16:03.597" v="1058"/>
          <ac:spMkLst>
            <pc:docMk/>
            <pc:sldMk cId="536414210" sldId="389"/>
            <ac:spMk id="5" creationId="{B1E98096-E83A-5DEC-AE1E-CD9C141D5FC7}"/>
          </ac:spMkLst>
        </pc:spChg>
        <pc:picChg chg="add mod">
          <ac:chgData name="Thomas Beuchot" userId="f4d683cade09c368" providerId="LiveId" clId="{6B4CAC6A-A7EA-4AEF-A797-3A8E4E45B826}" dt="2025-02-11T17:15:49.518" v="1054" actId="1076"/>
          <ac:picMkLst>
            <pc:docMk/>
            <pc:sldMk cId="536414210" sldId="389"/>
            <ac:picMk id="2050" creationId="{A6860347-BD65-F7F2-BDA0-E40D41F167EC}"/>
          </ac:picMkLst>
        </pc:picChg>
      </pc:sldChg>
      <pc:sldChg chg="modSp add mod">
        <pc:chgData name="Thomas Beuchot" userId="f4d683cade09c368" providerId="LiveId" clId="{6B4CAC6A-A7EA-4AEF-A797-3A8E4E45B826}" dt="2025-02-11T17:16:32.983" v="1065"/>
        <pc:sldMkLst>
          <pc:docMk/>
          <pc:sldMk cId="3718112672" sldId="390"/>
        </pc:sldMkLst>
        <pc:spChg chg="mod">
          <ac:chgData name="Thomas Beuchot" userId="f4d683cade09c368" providerId="LiveId" clId="{6B4CAC6A-A7EA-4AEF-A797-3A8E4E45B826}" dt="2025-02-11T17:16:16.687" v="1060"/>
          <ac:spMkLst>
            <pc:docMk/>
            <pc:sldMk cId="3718112672" sldId="390"/>
            <ac:spMk id="2" creationId="{67E40EED-1130-86D6-56C7-DC0C23874D74}"/>
          </ac:spMkLst>
        </pc:spChg>
        <pc:spChg chg="mod">
          <ac:chgData name="Thomas Beuchot" userId="f4d683cade09c368" providerId="LiveId" clId="{6B4CAC6A-A7EA-4AEF-A797-3A8E4E45B826}" dt="2025-02-11T17:16:21.193" v="1061"/>
          <ac:spMkLst>
            <pc:docMk/>
            <pc:sldMk cId="3718112672" sldId="390"/>
            <ac:spMk id="6" creationId="{96A8D9D1-DCA2-D6C5-8E48-7EA0F273089D}"/>
          </ac:spMkLst>
        </pc:spChg>
        <pc:spChg chg="mod">
          <ac:chgData name="Thomas Beuchot" userId="f4d683cade09c368" providerId="LiveId" clId="{6B4CAC6A-A7EA-4AEF-A797-3A8E4E45B826}" dt="2025-02-11T17:16:31.904" v="1064"/>
          <ac:spMkLst>
            <pc:docMk/>
            <pc:sldMk cId="3718112672" sldId="390"/>
            <ac:spMk id="7" creationId="{33CBC3A4-AABA-62F5-178D-B26D934E5A21}"/>
          </ac:spMkLst>
        </pc:spChg>
        <pc:spChg chg="mod">
          <ac:chgData name="Thomas Beuchot" userId="f4d683cade09c368" providerId="LiveId" clId="{6B4CAC6A-A7EA-4AEF-A797-3A8E4E45B826}" dt="2025-02-11T17:16:32.983" v="1065"/>
          <ac:spMkLst>
            <pc:docMk/>
            <pc:sldMk cId="3718112672" sldId="390"/>
            <ac:spMk id="8" creationId="{F8C8A75C-55E7-420D-087B-B39596868A64}"/>
          </ac:spMkLst>
        </pc:spChg>
      </pc:sldChg>
      <pc:sldChg chg="addSp delSp modSp add mod">
        <pc:chgData name="Thomas Beuchot" userId="f4d683cade09c368" providerId="LiveId" clId="{6B4CAC6A-A7EA-4AEF-A797-3A8E4E45B826}" dt="2025-02-11T17:17:36.347" v="1105" actId="1076"/>
        <pc:sldMkLst>
          <pc:docMk/>
          <pc:sldMk cId="4290212982" sldId="391"/>
        </pc:sldMkLst>
        <pc:spChg chg="mod">
          <ac:chgData name="Thomas Beuchot" userId="f4d683cade09c368" providerId="LiveId" clId="{6B4CAC6A-A7EA-4AEF-A797-3A8E4E45B826}" dt="2025-02-11T17:17:19.119" v="1101"/>
          <ac:spMkLst>
            <pc:docMk/>
            <pc:sldMk cId="4290212982" sldId="391"/>
            <ac:spMk id="2" creationId="{9F9BB10D-ED0E-2656-DE5B-97B6E32B9CE5}"/>
          </ac:spMkLst>
        </pc:spChg>
        <pc:spChg chg="mod">
          <ac:chgData name="Thomas Beuchot" userId="f4d683cade09c368" providerId="LiveId" clId="{6B4CAC6A-A7EA-4AEF-A797-3A8E4E45B826}" dt="2025-02-11T17:17:27.360" v="1102"/>
          <ac:spMkLst>
            <pc:docMk/>
            <pc:sldMk cId="4290212982" sldId="391"/>
            <ac:spMk id="4" creationId="{2182274C-EA9E-5EF8-9CF9-3A1816625119}"/>
          </ac:spMkLst>
        </pc:spChg>
        <pc:picChg chg="add mod">
          <ac:chgData name="Thomas Beuchot" userId="f4d683cade09c368" providerId="LiveId" clId="{6B4CAC6A-A7EA-4AEF-A797-3A8E4E45B826}" dt="2025-02-11T17:17:36.347" v="1105" actId="1076"/>
          <ac:picMkLst>
            <pc:docMk/>
            <pc:sldMk cId="4290212982" sldId="391"/>
            <ac:picMk id="3074" creationId="{C8BE648F-616C-9E58-AE41-E805739DC545}"/>
          </ac:picMkLst>
        </pc:picChg>
      </pc:sldChg>
      <pc:sldChg chg="modSp add mod">
        <pc:chgData name="Thomas Beuchot" userId="f4d683cade09c368" providerId="LiveId" clId="{6B4CAC6A-A7EA-4AEF-A797-3A8E4E45B826}" dt="2025-02-11T17:20:32.134" v="1239" actId="113"/>
        <pc:sldMkLst>
          <pc:docMk/>
          <pc:sldMk cId="4183417489" sldId="392"/>
        </pc:sldMkLst>
        <pc:spChg chg="mod">
          <ac:chgData name="Thomas Beuchot" userId="f4d683cade09c368" providerId="LiveId" clId="{6B4CAC6A-A7EA-4AEF-A797-3A8E4E45B826}" dt="2025-02-11T17:20:32.134" v="1239" actId="113"/>
          <ac:spMkLst>
            <pc:docMk/>
            <pc:sldMk cId="4183417489" sldId="392"/>
            <ac:spMk id="4" creationId="{4F0CBA69-0C90-4305-81B8-676EAD872566}"/>
          </ac:spMkLst>
        </pc:spChg>
      </pc:sldChg>
      <pc:sldChg chg="addSp delSp modSp add mod">
        <pc:chgData name="Thomas Beuchot" userId="f4d683cade09c368" providerId="LiveId" clId="{6B4CAC6A-A7EA-4AEF-A797-3A8E4E45B826}" dt="2025-02-11T17:20:14.894" v="1233" actId="14100"/>
        <pc:sldMkLst>
          <pc:docMk/>
          <pc:sldMk cId="2762613860" sldId="393"/>
        </pc:sldMkLst>
        <pc:picChg chg="add mod">
          <ac:chgData name="Thomas Beuchot" userId="f4d683cade09c368" providerId="LiveId" clId="{6B4CAC6A-A7EA-4AEF-A797-3A8E4E45B826}" dt="2025-02-11T17:20:14.894" v="1233" actId="14100"/>
          <ac:picMkLst>
            <pc:docMk/>
            <pc:sldMk cId="2762613860" sldId="393"/>
            <ac:picMk id="4100" creationId="{1DB868D2-BCC1-26CC-F246-F42AE2660A01}"/>
          </ac:picMkLst>
        </pc:picChg>
      </pc:sldChg>
      <pc:sldChg chg="modSp add mod">
        <pc:chgData name="Thomas Beuchot" userId="f4d683cade09c368" providerId="LiveId" clId="{6B4CAC6A-A7EA-4AEF-A797-3A8E4E45B826}" dt="2025-02-11T17:20:45.604" v="1241"/>
        <pc:sldMkLst>
          <pc:docMk/>
          <pc:sldMk cId="1062175933" sldId="394"/>
        </pc:sldMkLst>
        <pc:spChg chg="mod">
          <ac:chgData name="Thomas Beuchot" userId="f4d683cade09c368" providerId="LiveId" clId="{6B4CAC6A-A7EA-4AEF-A797-3A8E4E45B826}" dt="2025-02-11T17:20:45.604" v="1241"/>
          <ac:spMkLst>
            <pc:docMk/>
            <pc:sldMk cId="1062175933" sldId="394"/>
            <ac:spMk id="4" creationId="{80E5D97E-1DBC-FF3F-81C1-4D9C14044758}"/>
          </ac:spMkLst>
        </pc:spChg>
      </pc:sldChg>
      <pc:sldChg chg="addSp delSp modSp add mod ord">
        <pc:chgData name="Thomas Beuchot" userId="f4d683cade09c368" providerId="LiveId" clId="{6B4CAC6A-A7EA-4AEF-A797-3A8E4E45B826}" dt="2025-02-11T17:21:30.576" v="1247" actId="1076"/>
        <pc:sldMkLst>
          <pc:docMk/>
          <pc:sldMk cId="1408676739" sldId="395"/>
        </pc:sldMkLst>
        <pc:picChg chg="add mod">
          <ac:chgData name="Thomas Beuchot" userId="f4d683cade09c368" providerId="LiveId" clId="{6B4CAC6A-A7EA-4AEF-A797-3A8E4E45B826}" dt="2025-02-11T17:21:30.576" v="1247" actId="1076"/>
          <ac:picMkLst>
            <pc:docMk/>
            <pc:sldMk cId="1408676739" sldId="395"/>
            <ac:picMk id="5122" creationId="{582820EC-E502-A8CE-8584-B9E6EE8C8408}"/>
          </ac:picMkLst>
        </pc:picChg>
      </pc:sldChg>
      <pc:sldChg chg="delSp add del">
        <pc:chgData name="Thomas Beuchot" userId="f4d683cade09c368" providerId="LiveId" clId="{6B4CAC6A-A7EA-4AEF-A797-3A8E4E45B826}" dt="2025-02-11T17:21:42.637" v="1251" actId="47"/>
        <pc:sldMkLst>
          <pc:docMk/>
          <pc:sldMk cId="2515190232" sldId="396"/>
        </pc:sldMkLst>
      </pc:sldChg>
      <pc:sldChg chg="addSp delSp modSp add mod modAnim">
        <pc:chgData name="Thomas Beuchot" userId="f4d683cade09c368" providerId="LiveId" clId="{6B4CAC6A-A7EA-4AEF-A797-3A8E4E45B826}" dt="2025-02-11T17:23:03.691" v="1258" actId="1076"/>
        <pc:sldMkLst>
          <pc:docMk/>
          <pc:sldMk cId="2653748337" sldId="397"/>
        </pc:sldMkLst>
        <pc:spChg chg="mod">
          <ac:chgData name="Thomas Beuchot" userId="f4d683cade09c368" providerId="LiveId" clId="{6B4CAC6A-A7EA-4AEF-A797-3A8E4E45B826}" dt="2025-02-11T17:21:48.641" v="1253"/>
          <ac:spMkLst>
            <pc:docMk/>
            <pc:sldMk cId="2653748337" sldId="397"/>
            <ac:spMk id="2" creationId="{0AB89800-3E6F-A15F-E20A-90514B8F2CA0}"/>
          </ac:spMkLst>
        </pc:spChg>
        <pc:spChg chg="mod">
          <ac:chgData name="Thomas Beuchot" userId="f4d683cade09c368" providerId="LiveId" clId="{6B4CAC6A-A7EA-4AEF-A797-3A8E4E45B826}" dt="2025-02-11T17:21:58.387" v="1254"/>
          <ac:spMkLst>
            <pc:docMk/>
            <pc:sldMk cId="2653748337" sldId="397"/>
            <ac:spMk id="4" creationId="{8A0A5070-3EA9-7E37-2916-13497EB676F8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7" creationId="{482F591F-19BA-C229-113C-86315F9999A1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9" creationId="{F3D43A7A-79C3-1295-F2F9-43F238DAF9CA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10" creationId="{6F705AA6-008C-60E7-644F-1E3996EC6529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12" creationId="{07DD8A26-7FDD-4996-65BE-F02952EE6A9C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14" creationId="{45222E84-76F2-BB29-F18E-C41ADA95F479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16" creationId="{E2C047A5-1DD9-25AB-C0C7-B5CCE23AF52A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18" creationId="{BF4D04F0-C4C1-CDCD-6D04-5D92A3305A28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25" creationId="{4E0A46A7-0C00-861B-C81F-1B7608C91EC4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26" creationId="{013702C7-9077-0581-70E0-FF5DDCAB94FA}"/>
          </ac:spMkLst>
        </pc:spChg>
        <pc:spChg chg="add mod">
          <ac:chgData name="Thomas Beuchot" userId="f4d683cade09c368" providerId="LiveId" clId="{6B4CAC6A-A7EA-4AEF-A797-3A8E4E45B826}" dt="2025-02-11T17:23:03.691" v="1258" actId="1076"/>
          <ac:spMkLst>
            <pc:docMk/>
            <pc:sldMk cId="2653748337" sldId="397"/>
            <ac:spMk id="27" creationId="{B178C241-19B3-DC81-8FEC-266D3A31D58A}"/>
          </ac:spMkLst>
        </pc:spChg>
      </pc:sldChg>
      <pc:sldChg chg="modSp add mod">
        <pc:chgData name="Thomas Beuchot" userId="f4d683cade09c368" providerId="LiveId" clId="{6B4CAC6A-A7EA-4AEF-A797-3A8E4E45B826}" dt="2025-02-11T17:25:03.591" v="1489" actId="20577"/>
        <pc:sldMkLst>
          <pc:docMk/>
          <pc:sldMk cId="3127712701" sldId="398"/>
        </pc:sldMkLst>
        <pc:spChg chg="mod">
          <ac:chgData name="Thomas Beuchot" userId="f4d683cade09c368" providerId="LiveId" clId="{6B4CAC6A-A7EA-4AEF-A797-3A8E4E45B826}" dt="2025-02-11T17:25:03.591" v="1489" actId="20577"/>
          <ac:spMkLst>
            <pc:docMk/>
            <pc:sldMk cId="3127712701" sldId="398"/>
            <ac:spMk id="4" creationId="{FCDE7450-2315-B950-E737-E32A36C56F11}"/>
          </ac:spMkLst>
        </pc:spChg>
      </pc:sldChg>
      <pc:sldChg chg="modSp add mod">
        <pc:chgData name="Thomas Beuchot" userId="f4d683cade09c368" providerId="LiveId" clId="{6B4CAC6A-A7EA-4AEF-A797-3A8E4E45B826}" dt="2025-02-11T17:25:22.040" v="1586" actId="20577"/>
        <pc:sldMkLst>
          <pc:docMk/>
          <pc:sldMk cId="3575741411" sldId="399"/>
        </pc:sldMkLst>
        <pc:spChg chg="mod">
          <ac:chgData name="Thomas Beuchot" userId="f4d683cade09c368" providerId="LiveId" clId="{6B4CAC6A-A7EA-4AEF-A797-3A8E4E45B826}" dt="2025-02-11T17:25:22.040" v="1586" actId="20577"/>
          <ac:spMkLst>
            <pc:docMk/>
            <pc:sldMk cId="3575741411" sldId="399"/>
            <ac:spMk id="4" creationId="{FAE32D20-1DDC-8CEC-5BB4-5D1BB73B3C63}"/>
          </ac:spMkLst>
        </pc:spChg>
      </pc:sldChg>
      <pc:sldChg chg="modSp add mod">
        <pc:chgData name="Thomas Beuchot" userId="f4d683cade09c368" providerId="LiveId" clId="{6B4CAC6A-A7EA-4AEF-A797-3A8E4E45B826}" dt="2025-02-11T17:26:53.972" v="1829" actId="20577"/>
        <pc:sldMkLst>
          <pc:docMk/>
          <pc:sldMk cId="1122047904" sldId="400"/>
        </pc:sldMkLst>
        <pc:spChg chg="mod">
          <ac:chgData name="Thomas Beuchot" userId="f4d683cade09c368" providerId="LiveId" clId="{6B4CAC6A-A7EA-4AEF-A797-3A8E4E45B826}" dt="2025-02-11T17:26:53.972" v="1829" actId="20577"/>
          <ac:spMkLst>
            <pc:docMk/>
            <pc:sldMk cId="1122047904" sldId="400"/>
            <ac:spMk id="4" creationId="{483E26F3-5504-D87F-64FA-D329AF382DF9}"/>
          </ac:spMkLst>
        </pc:spChg>
      </pc:sldChg>
      <pc:sldChg chg="add del">
        <pc:chgData name="Thomas Beuchot" userId="f4d683cade09c368" providerId="LiveId" clId="{6B4CAC6A-A7EA-4AEF-A797-3A8E4E45B826}" dt="2025-02-11T17:27:07.528" v="1832"/>
        <pc:sldMkLst>
          <pc:docMk/>
          <pc:sldMk cId="2568871720" sldId="401"/>
        </pc:sldMkLst>
      </pc:sldChg>
      <pc:sldChg chg="modSp add mod">
        <pc:chgData name="Thomas Beuchot" userId="f4d683cade09c368" providerId="LiveId" clId="{6B4CAC6A-A7EA-4AEF-A797-3A8E4E45B826}" dt="2025-02-11T17:27:11.822" v="1848" actId="20577"/>
        <pc:sldMkLst>
          <pc:docMk/>
          <pc:sldMk cId="3882666722" sldId="401"/>
        </pc:sldMkLst>
        <pc:spChg chg="mod">
          <ac:chgData name="Thomas Beuchot" userId="f4d683cade09c368" providerId="LiveId" clId="{6B4CAC6A-A7EA-4AEF-A797-3A8E4E45B826}" dt="2025-02-11T17:27:11.822" v="1848" actId="20577"/>
          <ac:spMkLst>
            <pc:docMk/>
            <pc:sldMk cId="3882666722" sldId="401"/>
            <ac:spMk id="4" creationId="{DF527B61-1E29-72A9-6187-5FC92EA53D87}"/>
          </ac:spMkLst>
        </pc:spChg>
      </pc:sldChg>
      <pc:sldChg chg="add del">
        <pc:chgData name="Thomas Beuchot" userId="f4d683cade09c368" providerId="LiveId" clId="{6B4CAC6A-A7EA-4AEF-A797-3A8E4E45B826}" dt="2025-02-11T17:29:47.103" v="1909"/>
        <pc:sldMkLst>
          <pc:docMk/>
          <pc:sldMk cId="2011799680" sldId="402"/>
        </pc:sldMkLst>
      </pc:sldChg>
    </pc:docChg>
  </pc:docChgLst>
  <pc:docChgLst>
    <pc:chgData name="Thomas Beuchot" userId="f4d683cade09c368" providerId="LiveId" clId="{B1A238A9-B141-4BEA-BD44-79868FF21531}"/>
    <pc:docChg chg="addSld delSld modSld">
      <pc:chgData name="Thomas Beuchot" userId="f4d683cade09c368" providerId="LiveId" clId="{B1A238A9-B141-4BEA-BD44-79868FF21531}" dt="2025-02-07T14:46:22.182" v="107" actId="47"/>
      <pc:docMkLst>
        <pc:docMk/>
      </pc:docMkLst>
      <pc:sldChg chg="add del">
        <pc:chgData name="Thomas Beuchot" userId="f4d683cade09c368" providerId="LiveId" clId="{B1A238A9-B141-4BEA-BD44-79868FF21531}" dt="2025-02-07T14:46:12.529" v="71" actId="47"/>
        <pc:sldMkLst>
          <pc:docMk/>
          <pc:sldMk cId="0" sldId="263"/>
        </pc:sldMkLst>
      </pc:sldChg>
      <pc:sldChg chg="add del">
        <pc:chgData name="Thomas Beuchot" userId="f4d683cade09c368" providerId="LiveId" clId="{B1A238A9-B141-4BEA-BD44-79868FF21531}" dt="2025-02-07T14:46:12.657" v="72" actId="47"/>
        <pc:sldMkLst>
          <pc:docMk/>
          <pc:sldMk cId="0" sldId="264"/>
        </pc:sldMkLst>
      </pc:sldChg>
      <pc:sldChg chg="add del">
        <pc:chgData name="Thomas Beuchot" userId="f4d683cade09c368" providerId="LiveId" clId="{B1A238A9-B141-4BEA-BD44-79868FF21531}" dt="2025-02-07T14:46:12.803" v="73" actId="47"/>
        <pc:sldMkLst>
          <pc:docMk/>
          <pc:sldMk cId="0" sldId="265"/>
        </pc:sldMkLst>
      </pc:sldChg>
      <pc:sldChg chg="add del">
        <pc:chgData name="Thomas Beuchot" userId="f4d683cade09c368" providerId="LiveId" clId="{B1A238A9-B141-4BEA-BD44-79868FF21531}" dt="2025-02-07T14:46:12.939" v="74" actId="47"/>
        <pc:sldMkLst>
          <pc:docMk/>
          <pc:sldMk cId="0" sldId="266"/>
        </pc:sldMkLst>
      </pc:sldChg>
      <pc:sldChg chg="add del">
        <pc:chgData name="Thomas Beuchot" userId="f4d683cade09c368" providerId="LiveId" clId="{B1A238A9-B141-4BEA-BD44-79868FF21531}" dt="2025-02-07T14:46:13.079" v="75" actId="47"/>
        <pc:sldMkLst>
          <pc:docMk/>
          <pc:sldMk cId="0" sldId="267"/>
        </pc:sldMkLst>
      </pc:sldChg>
      <pc:sldChg chg="add del">
        <pc:chgData name="Thomas Beuchot" userId="f4d683cade09c368" providerId="LiveId" clId="{B1A238A9-B141-4BEA-BD44-79868FF21531}" dt="2025-02-07T14:46:13.237" v="76" actId="47"/>
        <pc:sldMkLst>
          <pc:docMk/>
          <pc:sldMk cId="0" sldId="268"/>
        </pc:sldMkLst>
      </pc:sldChg>
      <pc:sldChg chg="add del">
        <pc:chgData name="Thomas Beuchot" userId="f4d683cade09c368" providerId="LiveId" clId="{B1A238A9-B141-4BEA-BD44-79868FF21531}" dt="2025-02-07T14:46:13.353" v="77" actId="47"/>
        <pc:sldMkLst>
          <pc:docMk/>
          <pc:sldMk cId="0" sldId="269"/>
        </pc:sldMkLst>
      </pc:sldChg>
      <pc:sldChg chg="add del">
        <pc:chgData name="Thomas Beuchot" userId="f4d683cade09c368" providerId="LiveId" clId="{B1A238A9-B141-4BEA-BD44-79868FF21531}" dt="2025-02-07T14:46:13.491" v="78" actId="47"/>
        <pc:sldMkLst>
          <pc:docMk/>
          <pc:sldMk cId="0" sldId="270"/>
        </pc:sldMkLst>
      </pc:sldChg>
      <pc:sldChg chg="add del">
        <pc:chgData name="Thomas Beuchot" userId="f4d683cade09c368" providerId="LiveId" clId="{B1A238A9-B141-4BEA-BD44-79868FF21531}" dt="2025-02-07T14:46:13.624" v="79" actId="47"/>
        <pc:sldMkLst>
          <pc:docMk/>
          <pc:sldMk cId="0" sldId="271"/>
        </pc:sldMkLst>
      </pc:sldChg>
      <pc:sldChg chg="add del">
        <pc:chgData name="Thomas Beuchot" userId="f4d683cade09c368" providerId="LiveId" clId="{B1A238A9-B141-4BEA-BD44-79868FF21531}" dt="2025-02-07T14:46:13.765" v="80" actId="47"/>
        <pc:sldMkLst>
          <pc:docMk/>
          <pc:sldMk cId="0" sldId="272"/>
        </pc:sldMkLst>
      </pc:sldChg>
      <pc:sldChg chg="add del">
        <pc:chgData name="Thomas Beuchot" userId="f4d683cade09c368" providerId="LiveId" clId="{B1A238A9-B141-4BEA-BD44-79868FF21531}" dt="2025-02-07T14:46:13.893" v="81" actId="47"/>
        <pc:sldMkLst>
          <pc:docMk/>
          <pc:sldMk cId="0" sldId="273"/>
        </pc:sldMkLst>
      </pc:sldChg>
      <pc:sldChg chg="add del">
        <pc:chgData name="Thomas Beuchot" userId="f4d683cade09c368" providerId="LiveId" clId="{B1A238A9-B141-4BEA-BD44-79868FF21531}" dt="2025-02-07T14:46:14.027" v="82" actId="47"/>
        <pc:sldMkLst>
          <pc:docMk/>
          <pc:sldMk cId="0" sldId="274"/>
        </pc:sldMkLst>
      </pc:sldChg>
      <pc:sldChg chg="add del">
        <pc:chgData name="Thomas Beuchot" userId="f4d683cade09c368" providerId="LiveId" clId="{B1A238A9-B141-4BEA-BD44-79868FF21531}" dt="2025-02-07T14:46:14.163" v="83" actId="47"/>
        <pc:sldMkLst>
          <pc:docMk/>
          <pc:sldMk cId="0" sldId="275"/>
        </pc:sldMkLst>
      </pc:sldChg>
      <pc:sldChg chg="add del">
        <pc:chgData name="Thomas Beuchot" userId="f4d683cade09c368" providerId="LiveId" clId="{B1A238A9-B141-4BEA-BD44-79868FF21531}" dt="2025-02-07T14:46:14.298" v="84" actId="47"/>
        <pc:sldMkLst>
          <pc:docMk/>
          <pc:sldMk cId="0" sldId="276"/>
        </pc:sldMkLst>
      </pc:sldChg>
      <pc:sldChg chg="add del">
        <pc:chgData name="Thomas Beuchot" userId="f4d683cade09c368" providerId="LiveId" clId="{B1A238A9-B141-4BEA-BD44-79868FF21531}" dt="2025-02-07T14:46:14.444" v="85" actId="47"/>
        <pc:sldMkLst>
          <pc:docMk/>
          <pc:sldMk cId="0" sldId="277"/>
        </pc:sldMkLst>
      </pc:sldChg>
      <pc:sldChg chg="add del">
        <pc:chgData name="Thomas Beuchot" userId="f4d683cade09c368" providerId="LiveId" clId="{B1A238A9-B141-4BEA-BD44-79868FF21531}" dt="2025-02-07T14:46:14.573" v="86" actId="47"/>
        <pc:sldMkLst>
          <pc:docMk/>
          <pc:sldMk cId="0" sldId="278"/>
        </pc:sldMkLst>
      </pc:sldChg>
      <pc:sldChg chg="add del">
        <pc:chgData name="Thomas Beuchot" userId="f4d683cade09c368" providerId="LiveId" clId="{B1A238A9-B141-4BEA-BD44-79868FF21531}" dt="2025-02-07T14:46:14.713" v="87" actId="47"/>
        <pc:sldMkLst>
          <pc:docMk/>
          <pc:sldMk cId="0" sldId="279"/>
        </pc:sldMkLst>
      </pc:sldChg>
      <pc:sldChg chg="add del">
        <pc:chgData name="Thomas Beuchot" userId="f4d683cade09c368" providerId="LiveId" clId="{B1A238A9-B141-4BEA-BD44-79868FF21531}" dt="2025-02-07T14:46:14.850" v="88" actId="47"/>
        <pc:sldMkLst>
          <pc:docMk/>
          <pc:sldMk cId="0" sldId="280"/>
        </pc:sldMkLst>
      </pc:sldChg>
      <pc:sldChg chg="add del">
        <pc:chgData name="Thomas Beuchot" userId="f4d683cade09c368" providerId="LiveId" clId="{B1A238A9-B141-4BEA-BD44-79868FF21531}" dt="2025-02-07T14:46:14.974" v="89" actId="47"/>
        <pc:sldMkLst>
          <pc:docMk/>
          <pc:sldMk cId="0" sldId="281"/>
        </pc:sldMkLst>
      </pc:sldChg>
      <pc:sldChg chg="add del">
        <pc:chgData name="Thomas Beuchot" userId="f4d683cade09c368" providerId="LiveId" clId="{B1A238A9-B141-4BEA-BD44-79868FF21531}" dt="2025-02-07T14:46:15.380" v="90" actId="47"/>
        <pc:sldMkLst>
          <pc:docMk/>
          <pc:sldMk cId="0" sldId="282"/>
        </pc:sldMkLst>
      </pc:sldChg>
      <pc:sldChg chg="add del">
        <pc:chgData name="Thomas Beuchot" userId="f4d683cade09c368" providerId="LiveId" clId="{B1A238A9-B141-4BEA-BD44-79868FF21531}" dt="2025-02-07T14:46:15.647" v="91" actId="47"/>
        <pc:sldMkLst>
          <pc:docMk/>
          <pc:sldMk cId="0" sldId="283"/>
        </pc:sldMkLst>
      </pc:sldChg>
      <pc:sldChg chg="add del">
        <pc:chgData name="Thomas Beuchot" userId="f4d683cade09c368" providerId="LiveId" clId="{B1A238A9-B141-4BEA-BD44-79868FF21531}" dt="2025-02-07T14:46:16.027" v="92" actId="47"/>
        <pc:sldMkLst>
          <pc:docMk/>
          <pc:sldMk cId="0" sldId="284"/>
        </pc:sldMkLst>
      </pc:sldChg>
      <pc:sldChg chg="add del">
        <pc:chgData name="Thomas Beuchot" userId="f4d683cade09c368" providerId="LiveId" clId="{B1A238A9-B141-4BEA-BD44-79868FF21531}" dt="2025-02-07T14:46:16.455" v="93" actId="47"/>
        <pc:sldMkLst>
          <pc:docMk/>
          <pc:sldMk cId="0" sldId="285"/>
        </pc:sldMkLst>
      </pc:sldChg>
      <pc:sldChg chg="add del">
        <pc:chgData name="Thomas Beuchot" userId="f4d683cade09c368" providerId="LiveId" clId="{B1A238A9-B141-4BEA-BD44-79868FF21531}" dt="2025-02-07T14:46:16.879" v="94" actId="47"/>
        <pc:sldMkLst>
          <pc:docMk/>
          <pc:sldMk cId="0" sldId="286"/>
        </pc:sldMkLst>
      </pc:sldChg>
      <pc:sldChg chg="add del">
        <pc:chgData name="Thomas Beuchot" userId="f4d683cade09c368" providerId="LiveId" clId="{B1A238A9-B141-4BEA-BD44-79868FF21531}" dt="2025-02-07T14:46:17.273" v="95" actId="47"/>
        <pc:sldMkLst>
          <pc:docMk/>
          <pc:sldMk cId="0" sldId="287"/>
        </pc:sldMkLst>
      </pc:sldChg>
      <pc:sldChg chg="add del">
        <pc:chgData name="Thomas Beuchot" userId="f4d683cade09c368" providerId="LiveId" clId="{B1A238A9-B141-4BEA-BD44-79868FF21531}" dt="2025-02-07T14:46:17.737" v="96" actId="47"/>
        <pc:sldMkLst>
          <pc:docMk/>
          <pc:sldMk cId="0" sldId="288"/>
        </pc:sldMkLst>
      </pc:sldChg>
      <pc:sldChg chg="add del">
        <pc:chgData name="Thomas Beuchot" userId="f4d683cade09c368" providerId="LiveId" clId="{B1A238A9-B141-4BEA-BD44-79868FF21531}" dt="2025-02-07T14:46:18.173" v="97" actId="47"/>
        <pc:sldMkLst>
          <pc:docMk/>
          <pc:sldMk cId="0" sldId="289"/>
        </pc:sldMkLst>
      </pc:sldChg>
      <pc:sldChg chg="add del">
        <pc:chgData name="Thomas Beuchot" userId="f4d683cade09c368" providerId="LiveId" clId="{B1A238A9-B141-4BEA-BD44-79868FF21531}" dt="2025-02-07T14:46:18.681" v="98" actId="47"/>
        <pc:sldMkLst>
          <pc:docMk/>
          <pc:sldMk cId="0" sldId="290"/>
        </pc:sldMkLst>
      </pc:sldChg>
      <pc:sldChg chg="add del">
        <pc:chgData name="Thomas Beuchot" userId="f4d683cade09c368" providerId="LiveId" clId="{B1A238A9-B141-4BEA-BD44-79868FF21531}" dt="2025-02-07T14:46:19.082" v="99" actId="47"/>
        <pc:sldMkLst>
          <pc:docMk/>
          <pc:sldMk cId="0" sldId="291"/>
        </pc:sldMkLst>
      </pc:sldChg>
      <pc:sldChg chg="add del">
        <pc:chgData name="Thomas Beuchot" userId="f4d683cade09c368" providerId="LiveId" clId="{B1A238A9-B141-4BEA-BD44-79868FF21531}" dt="2025-02-07T14:46:19.602" v="100" actId="47"/>
        <pc:sldMkLst>
          <pc:docMk/>
          <pc:sldMk cId="0" sldId="292"/>
        </pc:sldMkLst>
      </pc:sldChg>
      <pc:sldChg chg="add del">
        <pc:chgData name="Thomas Beuchot" userId="f4d683cade09c368" providerId="LiveId" clId="{B1A238A9-B141-4BEA-BD44-79868FF21531}" dt="2025-02-07T14:46:19.981" v="101" actId="47"/>
        <pc:sldMkLst>
          <pc:docMk/>
          <pc:sldMk cId="0" sldId="293"/>
        </pc:sldMkLst>
      </pc:sldChg>
      <pc:sldChg chg="add del">
        <pc:chgData name="Thomas Beuchot" userId="f4d683cade09c368" providerId="LiveId" clId="{B1A238A9-B141-4BEA-BD44-79868FF21531}" dt="2025-02-07T14:46:20.320" v="102" actId="47"/>
        <pc:sldMkLst>
          <pc:docMk/>
          <pc:sldMk cId="0" sldId="294"/>
        </pc:sldMkLst>
      </pc:sldChg>
      <pc:sldChg chg="add del">
        <pc:chgData name="Thomas Beuchot" userId="f4d683cade09c368" providerId="LiveId" clId="{B1A238A9-B141-4BEA-BD44-79868FF21531}" dt="2025-02-07T14:46:20.651" v="103" actId="47"/>
        <pc:sldMkLst>
          <pc:docMk/>
          <pc:sldMk cId="0" sldId="295"/>
        </pc:sldMkLst>
      </pc:sldChg>
      <pc:sldChg chg="add del">
        <pc:chgData name="Thomas Beuchot" userId="f4d683cade09c368" providerId="LiveId" clId="{B1A238A9-B141-4BEA-BD44-79868FF21531}" dt="2025-02-07T14:46:21.003" v="104" actId="47"/>
        <pc:sldMkLst>
          <pc:docMk/>
          <pc:sldMk cId="0" sldId="296"/>
        </pc:sldMkLst>
      </pc:sldChg>
      <pc:sldChg chg="add del">
        <pc:chgData name="Thomas Beuchot" userId="f4d683cade09c368" providerId="LiveId" clId="{B1A238A9-B141-4BEA-BD44-79868FF21531}" dt="2025-02-07T14:46:21.463" v="105" actId="47"/>
        <pc:sldMkLst>
          <pc:docMk/>
          <pc:sldMk cId="0" sldId="297"/>
        </pc:sldMkLst>
      </pc:sldChg>
      <pc:sldChg chg="add del">
        <pc:chgData name="Thomas Beuchot" userId="f4d683cade09c368" providerId="LiveId" clId="{B1A238A9-B141-4BEA-BD44-79868FF21531}" dt="2025-02-07T14:46:21.811" v="106" actId="47"/>
        <pc:sldMkLst>
          <pc:docMk/>
          <pc:sldMk cId="0" sldId="298"/>
        </pc:sldMkLst>
      </pc:sldChg>
      <pc:sldChg chg="add del">
        <pc:chgData name="Thomas Beuchot" userId="f4d683cade09c368" providerId="LiveId" clId="{B1A238A9-B141-4BEA-BD44-79868FF21531}" dt="2025-02-07T14:46:22.182" v="107" actId="47"/>
        <pc:sldMkLst>
          <pc:docMk/>
          <pc:sldMk cId="0" sldId="299"/>
        </pc:sldMkLst>
      </pc:sldChg>
      <pc:sldChg chg="modSp add del mod">
        <pc:chgData name="Thomas Beuchot" userId="f4d683cade09c368" providerId="LiveId" clId="{B1A238A9-B141-4BEA-BD44-79868FF21531}" dt="2025-02-07T14:46:12.268" v="69" actId="47"/>
        <pc:sldMkLst>
          <pc:docMk/>
          <pc:sldMk cId="3879461476" sldId="378"/>
        </pc:sldMkLst>
      </pc:sldChg>
      <pc:sldChg chg="modSp add del mod">
        <pc:chgData name="Thomas Beuchot" userId="f4d683cade09c368" providerId="LiveId" clId="{B1A238A9-B141-4BEA-BD44-79868FF21531}" dt="2025-02-07T14:46:12.385" v="70" actId="47"/>
        <pc:sldMkLst>
          <pc:docMk/>
          <pc:sldMk cId="775896339" sldId="379"/>
        </pc:sldMkLst>
      </pc:sldChg>
      <pc:sldMasterChg chg="delSldLayout">
        <pc:chgData name="Thomas Beuchot" userId="f4d683cade09c368" providerId="LiveId" clId="{B1A238A9-B141-4BEA-BD44-79868FF21531}" dt="2025-02-07T14:46:22.182" v="107" actId="47"/>
        <pc:sldMasterMkLst>
          <pc:docMk/>
          <pc:sldMasterMk cId="2101515876" sldId="2147483660"/>
        </pc:sldMasterMkLst>
        <pc:sldLayoutChg chg="del">
          <pc:chgData name="Thomas Beuchot" userId="f4d683cade09c368" providerId="LiveId" clId="{B1A238A9-B141-4BEA-BD44-79868FF21531}" dt="2025-02-07T14:46:22.182" v="107" actId="47"/>
          <pc:sldLayoutMkLst>
            <pc:docMk/>
            <pc:sldMasterMk cId="2101515876" sldId="2147483660"/>
            <pc:sldLayoutMk cId="2906855464" sldId="2147483670"/>
          </pc:sldLayoutMkLst>
        </pc:sldLayoutChg>
        <pc:sldLayoutChg chg="del">
          <pc:chgData name="Thomas Beuchot" userId="f4d683cade09c368" providerId="LiveId" clId="{B1A238A9-B141-4BEA-BD44-79868FF21531}" dt="2025-02-07T14:46:15.380" v="90" actId="47"/>
          <pc:sldLayoutMkLst>
            <pc:docMk/>
            <pc:sldMasterMk cId="2101515876" sldId="2147483660"/>
            <pc:sldLayoutMk cId="3259295778" sldId="2147483671"/>
          </pc:sldLayoutMkLst>
        </pc:sldLayoutChg>
        <pc:sldLayoutChg chg="del">
          <pc:chgData name="Thomas Beuchot" userId="f4d683cade09c368" providerId="LiveId" clId="{B1A238A9-B141-4BEA-BD44-79868FF21531}" dt="2025-02-07T14:46:16.455" v="93" actId="47"/>
          <pc:sldLayoutMkLst>
            <pc:docMk/>
            <pc:sldMasterMk cId="2101515876" sldId="2147483660"/>
            <pc:sldLayoutMk cId="1320801402" sldId="2147483672"/>
          </pc:sldLayoutMkLst>
        </pc:sldLayoutChg>
      </pc:sldMasterChg>
    </pc:docChg>
  </pc:docChgLst>
  <pc:docChgLst>
    <pc:chgData name="Thomas Beuchot" userId="f4d683cade09c368" providerId="LiveId" clId="{8E0DBA18-C733-104B-9046-3B416CCF9B8F}"/>
    <pc:docChg chg="undo custSel modSld">
      <pc:chgData name="Thomas Beuchot" userId="f4d683cade09c368" providerId="LiveId" clId="{8E0DBA18-C733-104B-9046-3B416CCF9B8F}" dt="2025-02-06T07:19:33.043" v="3" actId="20577"/>
      <pc:docMkLst>
        <pc:docMk/>
      </pc:docMkLst>
      <pc:sldChg chg="modSp">
        <pc:chgData name="Thomas Beuchot" userId="f4d683cade09c368" providerId="LiveId" clId="{8E0DBA18-C733-104B-9046-3B416CCF9B8F}" dt="2025-02-06T07:19:33.043" v="3" actId="20577"/>
        <pc:sldMkLst>
          <pc:docMk/>
          <pc:sldMk cId="3029071102" sldId="354"/>
        </pc:sldMkLst>
      </pc:sldChg>
      <pc:sldChg chg="modSp">
        <pc:chgData name="Thomas Beuchot" userId="f4d683cade09c368" providerId="LiveId" clId="{8E0DBA18-C733-104B-9046-3B416CCF9B8F}" dt="2025-02-06T07:19:15.769" v="2" actId="20577"/>
        <pc:sldMkLst>
          <pc:docMk/>
          <pc:sldMk cId="1839013219" sldId="356"/>
        </pc:sldMkLst>
      </pc:sldChg>
    </pc:docChg>
  </pc:docChgLst>
  <pc:docChgLst>
    <pc:chgData name="Thomas Beuchot" userId="f4d683cade09c368" providerId="LiveId" clId="{802F1900-6CF4-41E7-BD88-EEB451EFD43C}"/>
    <pc:docChg chg="undo redo custSel addSld delSld modSld">
      <pc:chgData name="Thomas Beuchot" userId="f4d683cade09c368" providerId="LiveId" clId="{802F1900-6CF4-41E7-BD88-EEB451EFD43C}" dt="2025-01-20T10:31:38.544" v="3929" actId="20577"/>
      <pc:docMkLst>
        <pc:docMk/>
      </pc:docMkLst>
      <pc:sldChg chg="delSp modSp mod">
        <pc:chgData name="Thomas Beuchot" userId="f4d683cade09c368" providerId="LiveId" clId="{802F1900-6CF4-41E7-BD88-EEB451EFD43C}" dt="2025-01-16T15:03:24.207" v="50" actId="20577"/>
        <pc:sldMkLst>
          <pc:docMk/>
          <pc:sldMk cId="0" sldId="315"/>
        </pc:sldMkLst>
        <pc:spChg chg="mod">
          <ac:chgData name="Thomas Beuchot" userId="f4d683cade09c368" providerId="LiveId" clId="{802F1900-6CF4-41E7-BD88-EEB451EFD43C}" dt="2025-01-16T15:03:24.207" v="50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modAnim">
        <pc:chgData name="Thomas Beuchot" userId="f4d683cade09c368" providerId="LiveId" clId="{802F1900-6CF4-41E7-BD88-EEB451EFD43C}" dt="2025-01-20T10:14:57.568" v="3786"/>
        <pc:sldMkLst>
          <pc:docMk/>
          <pc:sldMk cId="0" sldId="340"/>
        </pc:sldMkLst>
      </pc:sldChg>
      <pc:sldChg chg="addSp delSp modSp add del mod">
        <pc:chgData name="Thomas Beuchot" userId="f4d683cade09c368" providerId="LiveId" clId="{802F1900-6CF4-41E7-BD88-EEB451EFD43C}" dt="2025-01-20T10:15:14.489" v="3787" actId="47"/>
        <pc:sldMkLst>
          <pc:docMk/>
          <pc:sldMk cId="709495117" sldId="341"/>
        </pc:sldMkLst>
      </pc:sldChg>
      <pc:sldChg chg="addSp delSp modSp add mod modAnim">
        <pc:chgData name="Thomas Beuchot" userId="f4d683cade09c368" providerId="LiveId" clId="{802F1900-6CF4-41E7-BD88-EEB451EFD43C}" dt="2025-01-20T10:15:17.455" v="3788"/>
        <pc:sldMkLst>
          <pc:docMk/>
          <pc:sldMk cId="261873433" sldId="342"/>
        </pc:sldMkLst>
      </pc:sldChg>
      <pc:sldChg chg="add del">
        <pc:chgData name="Thomas Beuchot" userId="f4d683cade09c368" providerId="LiveId" clId="{802F1900-6CF4-41E7-BD88-EEB451EFD43C}" dt="2025-01-16T15:23:04.256" v="436"/>
        <pc:sldMkLst>
          <pc:docMk/>
          <pc:sldMk cId="605492873" sldId="342"/>
        </pc:sldMkLst>
      </pc:sldChg>
      <pc:sldChg chg="add del">
        <pc:chgData name="Thomas Beuchot" userId="f4d683cade09c368" providerId="LiveId" clId="{802F1900-6CF4-41E7-BD88-EEB451EFD43C}" dt="2025-01-16T15:23:12.514" v="438" actId="47"/>
        <pc:sldMkLst>
          <pc:docMk/>
          <pc:sldMk cId="1732327821" sldId="342"/>
        </pc:sldMkLst>
      </pc:sldChg>
      <pc:sldChg chg="addSp delSp modSp add mod">
        <pc:chgData name="Thomas Beuchot" userId="f4d683cade09c368" providerId="LiveId" clId="{802F1900-6CF4-41E7-BD88-EEB451EFD43C}" dt="2025-01-16T15:38:03.228" v="1473" actId="255"/>
        <pc:sldMkLst>
          <pc:docMk/>
          <pc:sldMk cId="4068436247" sldId="343"/>
        </pc:sldMkLst>
      </pc:sldChg>
      <pc:sldChg chg="addSp delSp modSp add mod modAnim">
        <pc:chgData name="Thomas Beuchot" userId="f4d683cade09c368" providerId="LiveId" clId="{802F1900-6CF4-41E7-BD88-EEB451EFD43C}" dt="2025-01-20T10:31:38.544" v="3929" actId="20577"/>
        <pc:sldMkLst>
          <pc:docMk/>
          <pc:sldMk cId="1632239818" sldId="344"/>
        </pc:sldMkLst>
      </pc:sldChg>
      <pc:sldChg chg="modSp add mod">
        <pc:chgData name="Thomas Beuchot" userId="f4d683cade09c368" providerId="LiveId" clId="{802F1900-6CF4-41E7-BD88-EEB451EFD43C}" dt="2025-01-16T15:38:24.956" v="1526" actId="1076"/>
        <pc:sldMkLst>
          <pc:docMk/>
          <pc:sldMk cId="1801281985" sldId="345"/>
        </pc:sldMkLst>
      </pc:sldChg>
      <pc:sldChg chg="modSp add mod">
        <pc:chgData name="Thomas Beuchot" userId="f4d683cade09c368" providerId="LiveId" clId="{802F1900-6CF4-41E7-BD88-EEB451EFD43C}" dt="2025-01-20T10:31:08.298" v="3926"/>
        <pc:sldMkLst>
          <pc:docMk/>
          <pc:sldMk cId="1138840182" sldId="346"/>
        </pc:sldMkLst>
      </pc:sldChg>
      <pc:sldChg chg="addSp delSp modSp add mod modAnim">
        <pc:chgData name="Thomas Beuchot" userId="f4d683cade09c368" providerId="LiveId" clId="{802F1900-6CF4-41E7-BD88-EEB451EFD43C}" dt="2025-01-20T10:30:47.348" v="3925" actId="20577"/>
        <pc:sldMkLst>
          <pc:docMk/>
          <pc:sldMk cId="2137667428" sldId="347"/>
        </pc:sldMkLst>
      </pc:sldChg>
      <pc:sldChg chg="addSp delSp modSp add mod">
        <pc:chgData name="Thomas Beuchot" userId="f4d683cade09c368" providerId="LiveId" clId="{802F1900-6CF4-41E7-BD88-EEB451EFD43C}" dt="2025-01-20T10:29:21.086" v="3892" actId="20577"/>
        <pc:sldMkLst>
          <pc:docMk/>
          <pc:sldMk cId="3814319893" sldId="348"/>
        </pc:sldMkLst>
      </pc:sldChg>
      <pc:sldChg chg="modSp add mod">
        <pc:chgData name="Thomas Beuchot" userId="f4d683cade09c368" providerId="LiveId" clId="{802F1900-6CF4-41E7-BD88-EEB451EFD43C}" dt="2025-01-16T15:50:32.809" v="2555" actId="20577"/>
        <pc:sldMkLst>
          <pc:docMk/>
          <pc:sldMk cId="1341060179" sldId="349"/>
        </pc:sldMkLst>
      </pc:sldChg>
      <pc:sldChg chg="modSp add mod">
        <pc:chgData name="Thomas Beuchot" userId="f4d683cade09c368" providerId="LiveId" clId="{802F1900-6CF4-41E7-BD88-EEB451EFD43C}" dt="2025-01-16T15:58:58.659" v="3554" actId="20577"/>
        <pc:sldMkLst>
          <pc:docMk/>
          <pc:sldMk cId="3140184169" sldId="350"/>
        </pc:sldMkLst>
      </pc:sldChg>
      <pc:sldChg chg="modSp add mod">
        <pc:chgData name="Thomas Beuchot" userId="f4d683cade09c368" providerId="LiveId" clId="{802F1900-6CF4-41E7-BD88-EEB451EFD43C}" dt="2025-01-20T10:26:04.872" v="3825" actId="113"/>
        <pc:sldMkLst>
          <pc:docMk/>
          <pc:sldMk cId="994990203" sldId="351"/>
        </pc:sldMkLst>
      </pc:sldChg>
      <pc:sldChg chg="addSp delSp modSp add mod">
        <pc:chgData name="Thomas Beuchot" userId="f4d683cade09c368" providerId="LiveId" clId="{802F1900-6CF4-41E7-BD88-EEB451EFD43C}" dt="2025-01-16T16:09:22.720" v="3698" actId="22"/>
        <pc:sldMkLst>
          <pc:docMk/>
          <pc:sldMk cId="1862178159" sldId="352"/>
        </pc:sldMkLst>
      </pc:sldChg>
      <pc:sldChg chg="modSp add mod">
        <pc:chgData name="Thomas Beuchot" userId="f4d683cade09c368" providerId="LiveId" clId="{802F1900-6CF4-41E7-BD88-EEB451EFD43C}" dt="2025-01-20T10:26:37.775" v="3830"/>
        <pc:sldMkLst>
          <pc:docMk/>
          <pc:sldMk cId="2595870816" sldId="353"/>
        </pc:sldMkLst>
      </pc:sldChg>
    </pc:docChg>
  </pc:docChgLst>
  <pc:docChgLst>
    <pc:chgData name="Thomas Beuchot" userId="f4d683cade09c368" providerId="LiveId" clId="{09C43000-C698-469D-B42F-A2A94C798DCD}"/>
    <pc:docChg chg="undo custSel addSld delSld modSld">
      <pc:chgData name="Thomas Beuchot" userId="f4d683cade09c368" providerId="LiveId" clId="{09C43000-C698-469D-B42F-A2A94C798DCD}" dt="2025-01-30T15:14:11.722" v="3444"/>
      <pc:docMkLst>
        <pc:docMk/>
      </pc:docMkLst>
      <pc:sldChg chg="modSp mod">
        <pc:chgData name="Thomas Beuchot" userId="f4d683cade09c368" providerId="LiveId" clId="{09C43000-C698-469D-B42F-A2A94C798DCD}" dt="2025-01-30T12:16:51.938" v="41" actId="20577"/>
        <pc:sldMkLst>
          <pc:docMk/>
          <pc:sldMk cId="0" sldId="315"/>
        </pc:sldMkLst>
        <pc:spChg chg="mod">
          <ac:chgData name="Thomas Beuchot" userId="f4d683cade09c368" providerId="LiveId" clId="{09C43000-C698-469D-B42F-A2A94C798DCD}" dt="2025-01-30T12:16:51.938" v="41" actId="20577"/>
          <ac:spMkLst>
            <pc:docMk/>
            <pc:sldMk cId="0" sldId="315"/>
            <ac:spMk id="2" creationId="{6CE172F0-663C-68E1-FDE1-4E206150EEB5}"/>
          </ac:spMkLst>
        </pc:spChg>
      </pc:sldChg>
      <pc:sldChg chg="addSp delSp modSp mod delAnim modAnim">
        <pc:chgData name="Thomas Beuchot" userId="f4d683cade09c368" providerId="LiveId" clId="{09C43000-C698-469D-B42F-A2A94C798DCD}" dt="2025-01-30T13:45:45.438" v="2527" actId="20577"/>
        <pc:sldMkLst>
          <pc:docMk/>
          <pc:sldMk cId="0" sldId="340"/>
        </pc:sldMkLst>
      </pc:sldChg>
      <pc:sldChg chg="modSp del mod">
        <pc:chgData name="Thomas Beuchot" userId="f4d683cade09c368" providerId="LiveId" clId="{09C43000-C698-469D-B42F-A2A94C798DCD}" dt="2025-01-30T13:11:25.650" v="1220" actId="47"/>
        <pc:sldMkLst>
          <pc:docMk/>
          <pc:sldMk cId="261873433" sldId="342"/>
        </pc:sldMkLst>
      </pc:sldChg>
      <pc:sldChg chg="del">
        <pc:chgData name="Thomas Beuchot" userId="f4d683cade09c368" providerId="LiveId" clId="{09C43000-C698-469D-B42F-A2A94C798DCD}" dt="2025-01-30T13:14:52.888" v="1511" actId="47"/>
        <pc:sldMkLst>
          <pc:docMk/>
          <pc:sldMk cId="4068436247" sldId="343"/>
        </pc:sldMkLst>
      </pc:sldChg>
      <pc:sldChg chg="del">
        <pc:chgData name="Thomas Beuchot" userId="f4d683cade09c368" providerId="LiveId" clId="{09C43000-C698-469D-B42F-A2A94C798DCD}" dt="2025-01-30T13:14:52.040" v="1510" actId="47"/>
        <pc:sldMkLst>
          <pc:docMk/>
          <pc:sldMk cId="1632239818" sldId="344"/>
        </pc:sldMkLst>
      </pc:sldChg>
      <pc:sldChg chg="del">
        <pc:chgData name="Thomas Beuchot" userId="f4d683cade09c368" providerId="LiveId" clId="{09C43000-C698-469D-B42F-A2A94C798DCD}" dt="2025-01-30T13:14:54.809" v="1512" actId="47"/>
        <pc:sldMkLst>
          <pc:docMk/>
          <pc:sldMk cId="1801281985" sldId="345"/>
        </pc:sldMkLst>
      </pc:sldChg>
      <pc:sldChg chg="del">
        <pc:chgData name="Thomas Beuchot" userId="f4d683cade09c368" providerId="LiveId" clId="{09C43000-C698-469D-B42F-A2A94C798DCD}" dt="2025-01-30T13:14:55.397" v="1513" actId="47"/>
        <pc:sldMkLst>
          <pc:docMk/>
          <pc:sldMk cId="1138840182" sldId="346"/>
        </pc:sldMkLst>
      </pc:sldChg>
      <pc:sldChg chg="del">
        <pc:chgData name="Thomas Beuchot" userId="f4d683cade09c368" providerId="LiveId" clId="{09C43000-C698-469D-B42F-A2A94C798DCD}" dt="2025-01-30T13:14:56.785" v="1514" actId="47"/>
        <pc:sldMkLst>
          <pc:docMk/>
          <pc:sldMk cId="2137667428" sldId="347"/>
        </pc:sldMkLst>
      </pc:sldChg>
      <pc:sldChg chg="del">
        <pc:chgData name="Thomas Beuchot" userId="f4d683cade09c368" providerId="LiveId" clId="{09C43000-C698-469D-B42F-A2A94C798DCD}" dt="2025-01-30T13:15:03.482" v="1515" actId="47"/>
        <pc:sldMkLst>
          <pc:docMk/>
          <pc:sldMk cId="3814319893" sldId="348"/>
        </pc:sldMkLst>
      </pc:sldChg>
      <pc:sldChg chg="modSp mod">
        <pc:chgData name="Thomas Beuchot" userId="f4d683cade09c368" providerId="LiveId" clId="{09C43000-C698-469D-B42F-A2A94C798DCD}" dt="2025-01-30T13:15:46.775" v="1583" actId="20577"/>
        <pc:sldMkLst>
          <pc:docMk/>
          <pc:sldMk cId="1341060179" sldId="349"/>
        </pc:sldMkLst>
      </pc:sldChg>
      <pc:sldChg chg="modSp mod">
        <pc:chgData name="Thomas Beuchot" userId="f4d683cade09c368" providerId="LiveId" clId="{09C43000-C698-469D-B42F-A2A94C798DCD}" dt="2025-01-30T14:01:40.287" v="2911" actId="20577"/>
        <pc:sldMkLst>
          <pc:docMk/>
          <pc:sldMk cId="3140184169" sldId="350"/>
        </pc:sldMkLst>
      </pc:sldChg>
      <pc:sldChg chg="del">
        <pc:chgData name="Thomas Beuchot" userId="f4d683cade09c368" providerId="LiveId" clId="{09C43000-C698-469D-B42F-A2A94C798DCD}" dt="2025-01-30T15:08:34.773" v="3287" actId="47"/>
        <pc:sldMkLst>
          <pc:docMk/>
          <pc:sldMk cId="994990203" sldId="351"/>
        </pc:sldMkLst>
      </pc:sldChg>
      <pc:sldChg chg="del">
        <pc:chgData name="Thomas Beuchot" userId="f4d683cade09c368" providerId="LiveId" clId="{09C43000-C698-469D-B42F-A2A94C798DCD}" dt="2025-01-30T14:04:35.820" v="3282" actId="47"/>
        <pc:sldMkLst>
          <pc:docMk/>
          <pc:sldMk cId="1862178159" sldId="352"/>
        </pc:sldMkLst>
      </pc:sldChg>
      <pc:sldChg chg="del">
        <pc:chgData name="Thomas Beuchot" userId="f4d683cade09c368" providerId="LiveId" clId="{09C43000-C698-469D-B42F-A2A94C798DCD}" dt="2025-01-30T15:08:35.408" v="3288" actId="47"/>
        <pc:sldMkLst>
          <pc:docMk/>
          <pc:sldMk cId="2595870816" sldId="353"/>
        </pc:sldMkLst>
      </pc:sldChg>
      <pc:sldChg chg="add del">
        <pc:chgData name="Thomas Beuchot" userId="f4d683cade09c368" providerId="LiveId" clId="{09C43000-C698-469D-B42F-A2A94C798DCD}" dt="2025-01-30T12:58:38.885" v="658" actId="47"/>
        <pc:sldMkLst>
          <pc:docMk/>
          <pc:sldMk cId="2532302436" sldId="354"/>
        </pc:sldMkLst>
      </pc:sldChg>
      <pc:sldChg chg="modSp add mod">
        <pc:chgData name="Thomas Beuchot" userId="f4d683cade09c368" providerId="LiveId" clId="{09C43000-C698-469D-B42F-A2A94C798DCD}" dt="2025-01-30T13:21:49.999" v="2011" actId="20577"/>
        <pc:sldMkLst>
          <pc:docMk/>
          <pc:sldMk cId="3029071102" sldId="354"/>
        </pc:sldMkLst>
      </pc:sldChg>
      <pc:sldChg chg="modSp add del mod">
        <pc:chgData name="Thomas Beuchot" userId="f4d683cade09c368" providerId="LiveId" clId="{09C43000-C698-469D-B42F-A2A94C798DCD}" dt="2025-01-30T12:59:31.223" v="671" actId="47"/>
        <pc:sldMkLst>
          <pc:docMk/>
          <pc:sldMk cId="1435655206" sldId="355"/>
        </pc:sldMkLst>
      </pc:sldChg>
      <pc:sldChg chg="addSp delSp modSp add mod delAnim modAnim">
        <pc:chgData name="Thomas Beuchot" userId="f4d683cade09c368" providerId="LiveId" clId="{09C43000-C698-469D-B42F-A2A94C798DCD}" dt="2025-01-30T13:11:16.875" v="1219"/>
        <pc:sldMkLst>
          <pc:docMk/>
          <pc:sldMk cId="2662242035" sldId="355"/>
        </pc:sldMkLst>
      </pc:sldChg>
      <pc:sldChg chg="addSp delSp modSp add mod modAnim">
        <pc:chgData name="Thomas Beuchot" userId="f4d683cade09c368" providerId="LiveId" clId="{09C43000-C698-469D-B42F-A2A94C798DCD}" dt="2025-01-30T13:18:19.950" v="1897" actId="1076"/>
        <pc:sldMkLst>
          <pc:docMk/>
          <pc:sldMk cId="1839013219" sldId="356"/>
        </pc:sldMkLst>
      </pc:sldChg>
      <pc:sldChg chg="addSp delSp modSp add mod delAnim modNotesTx">
        <pc:chgData name="Thomas Beuchot" userId="f4d683cade09c368" providerId="LiveId" clId="{09C43000-C698-469D-B42F-A2A94C798DCD}" dt="2025-01-30T13:25:13.202" v="2125" actId="113"/>
        <pc:sldMkLst>
          <pc:docMk/>
          <pc:sldMk cId="1794088714" sldId="357"/>
        </pc:sldMkLst>
      </pc:sldChg>
      <pc:sldChg chg="delSp new del mod">
        <pc:chgData name="Thomas Beuchot" userId="f4d683cade09c368" providerId="LiveId" clId="{09C43000-C698-469D-B42F-A2A94C798DCD}" dt="2025-01-30T13:25:39.021" v="2130" actId="47"/>
        <pc:sldMkLst>
          <pc:docMk/>
          <pc:sldMk cId="3799892099" sldId="358"/>
        </pc:sldMkLst>
      </pc:sldChg>
      <pc:sldChg chg="addSp delSp modSp add">
        <pc:chgData name="Thomas Beuchot" userId="f4d683cade09c368" providerId="LiveId" clId="{09C43000-C698-469D-B42F-A2A94C798DCD}" dt="2025-01-30T13:28:39.034" v="2135"/>
        <pc:sldMkLst>
          <pc:docMk/>
          <pc:sldMk cId="333262650" sldId="359"/>
        </pc:sldMkLst>
      </pc:sldChg>
      <pc:sldChg chg="addSp delSp modSp add mod modNotesTx">
        <pc:chgData name="Thomas Beuchot" userId="f4d683cade09c368" providerId="LiveId" clId="{09C43000-C698-469D-B42F-A2A94C798DCD}" dt="2025-01-30T13:28:57.803" v="2141"/>
        <pc:sldMkLst>
          <pc:docMk/>
          <pc:sldMk cId="2364501933" sldId="360"/>
        </pc:sldMkLst>
      </pc:sldChg>
      <pc:sldChg chg="addSp delSp modSp add mod">
        <pc:chgData name="Thomas Beuchot" userId="f4d683cade09c368" providerId="LiveId" clId="{09C43000-C698-469D-B42F-A2A94C798DCD}" dt="2025-01-30T13:31:24.286" v="2154"/>
        <pc:sldMkLst>
          <pc:docMk/>
          <pc:sldMk cId="1371408693" sldId="361"/>
        </pc:sldMkLst>
      </pc:sldChg>
      <pc:sldChg chg="addSp delSp modSp add mod">
        <pc:chgData name="Thomas Beuchot" userId="f4d683cade09c368" providerId="LiveId" clId="{09C43000-C698-469D-B42F-A2A94C798DCD}" dt="2025-01-30T13:31:41.216" v="2160" actId="1076"/>
        <pc:sldMkLst>
          <pc:docMk/>
          <pc:sldMk cId="3764748453" sldId="362"/>
        </pc:sldMkLst>
      </pc:sldChg>
      <pc:sldChg chg="new del">
        <pc:chgData name="Thomas Beuchot" userId="f4d683cade09c368" providerId="LiveId" clId="{09C43000-C698-469D-B42F-A2A94C798DCD}" dt="2025-01-30T13:33:14.857" v="2162" actId="680"/>
        <pc:sldMkLst>
          <pc:docMk/>
          <pc:sldMk cId="2389974947" sldId="363"/>
        </pc:sldMkLst>
      </pc:sldChg>
      <pc:sldChg chg="addSp delSp modSp add mod">
        <pc:chgData name="Thomas Beuchot" userId="f4d683cade09c368" providerId="LiveId" clId="{09C43000-C698-469D-B42F-A2A94C798DCD}" dt="2025-01-30T13:33:27.880" v="2168" actId="1076"/>
        <pc:sldMkLst>
          <pc:docMk/>
          <pc:sldMk cId="2968587409" sldId="363"/>
        </pc:sldMkLst>
      </pc:sldChg>
      <pc:sldChg chg="addSp delSp modSp add mod">
        <pc:chgData name="Thomas Beuchot" userId="f4d683cade09c368" providerId="LiveId" clId="{09C43000-C698-469D-B42F-A2A94C798DCD}" dt="2025-01-30T13:37:57.771" v="2181" actId="1076"/>
        <pc:sldMkLst>
          <pc:docMk/>
          <pc:sldMk cId="307066268" sldId="364"/>
        </pc:sldMkLst>
      </pc:sldChg>
      <pc:sldChg chg="new del">
        <pc:chgData name="Thomas Beuchot" userId="f4d683cade09c368" providerId="LiveId" clId="{09C43000-C698-469D-B42F-A2A94C798DCD}" dt="2025-01-30T13:36:41.043" v="2170" actId="680"/>
        <pc:sldMkLst>
          <pc:docMk/>
          <pc:sldMk cId="1867003355" sldId="364"/>
        </pc:sldMkLst>
      </pc:sldChg>
      <pc:sldChg chg="addSp delSp modSp add mod modNotesTx">
        <pc:chgData name="Thomas Beuchot" userId="f4d683cade09c368" providerId="LiveId" clId="{09C43000-C698-469D-B42F-A2A94C798DCD}" dt="2025-01-30T13:43:06.044" v="2416" actId="20577"/>
        <pc:sldMkLst>
          <pc:docMk/>
          <pc:sldMk cId="385569189" sldId="365"/>
        </pc:sldMkLst>
      </pc:sldChg>
      <pc:sldChg chg="modSp add mod">
        <pc:chgData name="Thomas Beuchot" userId="f4d683cade09c368" providerId="LiveId" clId="{09C43000-C698-469D-B42F-A2A94C798DCD}" dt="2025-01-30T13:42:22.814" v="2307" actId="20577"/>
        <pc:sldMkLst>
          <pc:docMk/>
          <pc:sldMk cId="1745301999" sldId="366"/>
        </pc:sldMkLst>
      </pc:sldChg>
      <pc:sldChg chg="modSp add mod">
        <pc:chgData name="Thomas Beuchot" userId="f4d683cade09c368" providerId="LiveId" clId="{09C43000-C698-469D-B42F-A2A94C798DCD}" dt="2025-01-30T13:42:50.794" v="2413" actId="20577"/>
        <pc:sldMkLst>
          <pc:docMk/>
          <pc:sldMk cId="3157346002" sldId="367"/>
        </pc:sldMkLst>
      </pc:sldChg>
      <pc:sldChg chg="addSp delSp modSp add mod modAnim modNotesTx">
        <pc:chgData name="Thomas Beuchot" userId="f4d683cade09c368" providerId="LiveId" clId="{09C43000-C698-469D-B42F-A2A94C798DCD}" dt="2025-01-30T13:44:53.389" v="2514" actId="20577"/>
        <pc:sldMkLst>
          <pc:docMk/>
          <pc:sldMk cId="1833106556" sldId="368"/>
        </pc:sldMkLst>
      </pc:sldChg>
      <pc:sldChg chg="modSp add del mod">
        <pc:chgData name="Thomas Beuchot" userId="f4d683cade09c368" providerId="LiveId" clId="{09C43000-C698-469D-B42F-A2A94C798DCD}" dt="2025-01-30T13:45:17.923" v="2515" actId="2696"/>
        <pc:sldMkLst>
          <pc:docMk/>
          <pc:sldMk cId="2437802849" sldId="369"/>
        </pc:sldMkLst>
      </pc:sldChg>
      <pc:sldChg chg="add">
        <pc:chgData name="Thomas Beuchot" userId="f4d683cade09c368" providerId="LiveId" clId="{09C43000-C698-469D-B42F-A2A94C798DCD}" dt="2025-01-30T13:45:18.605" v="2516"/>
        <pc:sldMkLst>
          <pc:docMk/>
          <pc:sldMk cId="3827713553" sldId="369"/>
        </pc:sldMkLst>
      </pc:sldChg>
      <pc:sldChg chg="addSp delSp modSp add del mod delAnim modAnim">
        <pc:chgData name="Thomas Beuchot" userId="f4d683cade09c368" providerId="LiveId" clId="{09C43000-C698-469D-B42F-A2A94C798DCD}" dt="2025-01-30T13:57:43.107" v="2775" actId="2696"/>
        <pc:sldMkLst>
          <pc:docMk/>
          <pc:sldMk cId="264399571" sldId="370"/>
        </pc:sldMkLst>
      </pc:sldChg>
      <pc:sldChg chg="modSp add mod">
        <pc:chgData name="Thomas Beuchot" userId="f4d683cade09c368" providerId="LiveId" clId="{09C43000-C698-469D-B42F-A2A94C798DCD}" dt="2025-01-30T13:48:38.631" v="2613" actId="20577"/>
        <pc:sldMkLst>
          <pc:docMk/>
          <pc:sldMk cId="2066482127" sldId="371"/>
        </pc:sldMkLst>
      </pc:sldChg>
      <pc:sldChg chg="addSp delSp modSp add mod delAnim modAnim">
        <pc:chgData name="Thomas Beuchot" userId="f4d683cade09c368" providerId="LiveId" clId="{09C43000-C698-469D-B42F-A2A94C798DCD}" dt="2025-01-30T13:57:35.438" v="2773" actId="20577"/>
        <pc:sldMkLst>
          <pc:docMk/>
          <pc:sldMk cId="506113023" sldId="372"/>
        </pc:sldMkLst>
      </pc:sldChg>
      <pc:sldChg chg="addSp delSp modSp add mod delAnim">
        <pc:chgData name="Thomas Beuchot" userId="f4d683cade09c368" providerId="LiveId" clId="{09C43000-C698-469D-B42F-A2A94C798DCD}" dt="2025-01-30T14:00:05.787" v="2862" actId="122"/>
        <pc:sldMkLst>
          <pc:docMk/>
          <pc:sldMk cId="3992808583" sldId="373"/>
        </pc:sldMkLst>
      </pc:sldChg>
      <pc:sldChg chg="modSp add mod">
        <pc:chgData name="Thomas Beuchot" userId="f4d683cade09c368" providerId="LiveId" clId="{09C43000-C698-469D-B42F-A2A94C798DCD}" dt="2025-01-30T14:02:12.609" v="3012" actId="20577"/>
        <pc:sldMkLst>
          <pc:docMk/>
          <pc:sldMk cId="2330272959" sldId="374"/>
        </pc:sldMkLst>
      </pc:sldChg>
      <pc:sldChg chg="modSp add mod">
        <pc:chgData name="Thomas Beuchot" userId="f4d683cade09c368" providerId="LiveId" clId="{09C43000-C698-469D-B42F-A2A94C798DCD}" dt="2025-01-30T15:08:33.599" v="3286" actId="1076"/>
        <pc:sldMkLst>
          <pc:docMk/>
          <pc:sldMk cId="3043405444" sldId="375"/>
        </pc:sldMkLst>
        <pc:spChg chg="mod">
          <ac:chgData name="Thomas Beuchot" userId="f4d683cade09c368" providerId="LiveId" clId="{09C43000-C698-469D-B42F-A2A94C798DCD}" dt="2025-01-30T15:08:33.599" v="3286" actId="1076"/>
          <ac:spMkLst>
            <pc:docMk/>
            <pc:sldMk cId="3043405444" sldId="375"/>
            <ac:spMk id="4" creationId="{3F4803C0-584C-299D-C036-70955EF20141}"/>
          </ac:spMkLst>
        </pc:spChg>
      </pc:sldChg>
      <pc:sldChg chg="modSp add mod">
        <pc:chgData name="Thomas Beuchot" userId="f4d683cade09c368" providerId="LiveId" clId="{09C43000-C698-469D-B42F-A2A94C798DCD}" dt="2025-01-30T14:03:24.307" v="3104" actId="20577"/>
        <pc:sldMkLst>
          <pc:docMk/>
          <pc:sldMk cId="514214538" sldId="376"/>
        </pc:sldMkLst>
      </pc:sldChg>
      <pc:sldChg chg="addSp delSp modSp new mod modAnim modNotesTx">
        <pc:chgData name="Thomas Beuchot" userId="f4d683cade09c368" providerId="LiveId" clId="{09C43000-C698-469D-B42F-A2A94C798DCD}" dt="2025-01-30T15:14:11.722" v="3444"/>
        <pc:sldMkLst>
          <pc:docMk/>
          <pc:sldMk cId="4143465172" sldId="3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C8F31-8221-4403-BDD6-2B4653FE0528}" type="datetimeFigureOut">
              <a:rPr lang="fr-FR" smtClean="0"/>
              <a:t>13/02/2025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6258-D433-46FE-A07C-962FE5C5C5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137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8;gbbc23113e9_0_982:notes">
            <a:extLst>
              <a:ext uri="{FF2B5EF4-FFF2-40B4-BE49-F238E27FC236}">
                <a16:creationId xmlns:a16="http://schemas.microsoft.com/office/drawing/2014/main" id="{7E8DA809-9FFE-D33C-2419-36A8B46C9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969;gbbc23113e9_0_982:notes">
            <a:extLst>
              <a:ext uri="{FF2B5EF4-FFF2-40B4-BE49-F238E27FC236}">
                <a16:creationId xmlns:a16="http://schemas.microsoft.com/office/drawing/2014/main" id="{98AB7504-356A-1550-0E99-52579126E9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29AFAE-CB1A-CA55-B071-F71B0EA5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F23D08F-6BAD-6DD7-8FD9-EFCF14BC0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7760C2D-8A10-4BD3-453E-43A16C873D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98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7FC59D-2E5F-C689-4F49-0C57B711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A76C4FC8-6563-8762-0F4E-E452361C4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33E8B269-FC5C-AD5B-26ED-BB1DE94C7E5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949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4782F0-84D4-E038-2E17-146D156E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586DC0C-56D5-BD16-4AC6-54871AACA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D39E294A-4EE7-3321-D23D-0E6BC7DA27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388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36C759-405F-9409-C0A2-74697EB5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A57C5F5B-E69B-DBB4-8471-334CF5BB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6D336BB5-FE6B-B97A-3D25-C4E78BA67F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86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E74177-FBD2-D87C-B672-15E3FBC8F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6F6498CA-7CC6-FA64-9AC0-74F36CC45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01471EF-6FA1-0618-B5DF-F7AD4C8558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793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8C2D10-5DB9-D533-E497-692C8EF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2A873883-C86C-B333-5D3F-D2F0AEF32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11331044-6913-9076-CABB-2406396BE1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796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3C8DCA-6AE7-6633-3A9D-3C58EB5E1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D6EC3C03-0624-CC05-C840-3E744697E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D0E8883-95C2-25C9-C48D-787D5EFF23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15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DEB082-747B-2F23-AC9C-B2B49DDE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06D2E951-EEC6-1020-2E2C-F8E14F53C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04D74342-3450-0D2E-9D87-E9FF8CF5C6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587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4679AD-1CB2-2570-F86C-1B45EBAD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61CB3F13-E23E-3ED1-0445-75E4D39CC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0EAF0CF-60A3-819C-4151-226011B780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88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81B8ED-707A-1B83-079D-B4EC7394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203B3091-0311-C67C-EBD7-24AB6518F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16F98E5-5BB1-882D-DE46-6E4BBC5F7D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15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E99AF0-7B3B-7EA3-C01A-884DC30E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36E47788-E83A-7AC2-C877-D49ABAA03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E73031D-2DA6-C597-E3BF-A0DA6960FF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623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B10E57-C7BD-4B40-42D1-05F8E24D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2563408-1858-8248-F2A9-B5B750610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22DBD9ED-E607-BE71-50A0-E13DE7A81B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177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48537F-20BF-17E9-C39F-D517B931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C343E1E-E228-DB8B-8DD4-48CC50173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F372DC38-051E-3DBC-316B-61CF20EA07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811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B897FD-0B7D-DD7A-0036-53629968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B2DA6E8D-E706-D82B-042A-B0B2BA949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BB681113-402D-96B5-B348-9EFA19DACE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805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9DB07-FBC0-1B4B-54BF-F67AD2EF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79560EF-EB55-281F-7658-667F95950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6E28884-4B71-F007-87AC-EBEA653B08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329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BEF73E-C10A-8A4C-AC98-AF345F07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FB45D56E-1378-4C82-7510-0474A82B8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316FDA6-7D77-AA63-AA5F-F630FFC617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197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6DADC1-27EE-BBCA-D3CD-37BE405A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EFED4554-3AAF-8704-0BF2-317605374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CDD5BB2-E23C-7668-F392-DA0566CD9B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823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B07BAE-3972-D8DF-16E3-AAF67B4E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914A0453-0E70-4A80-CBDF-5F38155E2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30FDA6B6-4F95-713E-4EA9-3F809EE560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152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315959-CF22-62F1-CC29-719FC384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92130640-C707-3426-E49C-80E2ADFC5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6092E01-8379-CAB8-B465-E62B0E365F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758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479811-1626-3C70-E260-08B96CE8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CD88A2FB-47C9-F8E1-C016-CA747B8F8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8FB08B37-69BF-BE25-304C-D33D0B5145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996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ba99336b7_1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ba99336b7_1_51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https://www.clearerthinking.org/post/how-accurate-are-popular-personality-test-frameworks-at-predicting-life-outcomes-a-detailed-investi</a:t>
            </a:r>
            <a:endParaRPr/>
          </a:p>
        </p:txBody>
      </p:sp>
      <p:sp>
        <p:nvSpPr>
          <p:cNvPr id="327" name="Google Shape;327;g31ba99336b7_1_512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8D490F-02D4-102C-364A-7853E2B7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F0FCCFF-6A9B-77F9-0E0B-8C7046787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74E1C2CC-DFF5-E649-2947-6E0FC194C8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5934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661A17-171E-9434-285B-4E54BC62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230D1D8F-F395-A988-35A8-1246A9A73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415AFFA5-10D6-52FD-6436-10E5C0C3A3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9050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B7C901-48E9-0203-6169-E71546CC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A572999A-6277-EF2B-E17F-E2752C5E4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6CAC2357-AD41-2C35-23BD-AFEACA3ECA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267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CC05BE-46C2-31AC-7725-FBF497846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EAAABB96-A83E-C2A7-4E91-9AEA65ED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A7B26357-EC23-E0C7-9028-8E1AAFE4DF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5502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D982F2-F608-DF80-775C-3721DE76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73F8DFD7-0A44-1175-4325-17AED8BCB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5B6CDD53-B71B-2A34-953C-DBF39AE296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8321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829785-C944-43CC-2D34-D1A9C307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77;g8fb8d6ea64_0_562:notes">
            <a:extLst>
              <a:ext uri="{FF2B5EF4-FFF2-40B4-BE49-F238E27FC236}">
                <a16:creationId xmlns:a16="http://schemas.microsoft.com/office/drawing/2014/main" id="{8C602337-50A3-F92F-EA0F-2BDA4413E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478;g8fb8d6ea64_0_562:notes">
            <a:extLst>
              <a:ext uri="{FF2B5EF4-FFF2-40B4-BE49-F238E27FC236}">
                <a16:creationId xmlns:a16="http://schemas.microsoft.com/office/drawing/2014/main" id="{E0EC6275-7D9B-4171-4AAD-9F556E046B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65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3">
            <a:extLst>
              <a:ext uri="{FF2B5EF4-FFF2-40B4-BE49-F238E27FC236}">
                <a16:creationId xmlns:a16="http://schemas.microsoft.com/office/drawing/2014/main" id="{E63940F4-FE3C-D1A0-C2A0-3B192A8A6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3099" y="648263"/>
            <a:ext cx="1904795" cy="1231998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3" name="Google Shape;13;p3">
            <a:extLst>
              <a:ext uri="{FF2B5EF4-FFF2-40B4-BE49-F238E27FC236}">
                <a16:creationId xmlns:a16="http://schemas.microsoft.com/office/drawing/2014/main" id="{AF0CA8C5-B241-B93F-EA72-C81AB41A80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13301" y="4108719"/>
            <a:ext cx="3742803" cy="890003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4" name="Google Shape;14;p3">
            <a:extLst>
              <a:ext uri="{FF2B5EF4-FFF2-40B4-BE49-F238E27FC236}">
                <a16:creationId xmlns:a16="http://schemas.microsoft.com/office/drawing/2014/main" id="{D99AE0E7-DFEF-FD8D-38A9-34398A1320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013301" y="2341933"/>
            <a:ext cx="3742803" cy="1766803"/>
          </a:xfrm>
          <a:effectLst>
            <a:outerShdw dist="95253" dir="2700000" algn="tl">
              <a:srgbClr val="000000">
                <a:alpha val="19000"/>
              </a:srgbClr>
            </a:outerShdw>
          </a:effectLst>
        </p:spPr>
        <p:txBody>
          <a:bodyPr anchor="ctr"/>
          <a:lstStyle>
            <a:lvl1pPr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41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">
            <a:extLst>
              <a:ext uri="{FF2B5EF4-FFF2-40B4-BE49-F238E27FC236}">
                <a16:creationId xmlns:a16="http://schemas.microsoft.com/office/drawing/2014/main" id="{F99AB560-2248-911B-513F-A7FBE14D85C0}"/>
              </a:ext>
            </a:extLst>
          </p:cNvPr>
          <p:cNvSpPr/>
          <p:nvPr/>
        </p:nvSpPr>
        <p:spPr>
          <a:xfrm flipH="1">
            <a:off x="-45" y="0"/>
            <a:ext cx="1614848" cy="1027346"/>
          </a:xfrm>
          <a:custGeom>
            <a:avLst/>
            <a:gdLst>
              <a:gd name="f0" fmla="val w"/>
              <a:gd name="f1" fmla="val h"/>
              <a:gd name="f2" fmla="val 0"/>
              <a:gd name="f3" fmla="val 28933"/>
              <a:gd name="f4" fmla="val 18408"/>
              <a:gd name="f5" fmla="val 1"/>
              <a:gd name="f6" fmla="val 36"/>
              <a:gd name="f7" fmla="val 477"/>
              <a:gd name="f8" fmla="val 132"/>
              <a:gd name="f9" fmla="val 953"/>
              <a:gd name="f10" fmla="val 298"/>
              <a:gd name="f11" fmla="val 1418"/>
              <a:gd name="f12" fmla="val 965"/>
              <a:gd name="f13" fmla="val 3335"/>
              <a:gd name="f14" fmla="val 2477"/>
              <a:gd name="f15" fmla="val 4847"/>
              <a:gd name="f16" fmla="val 4180"/>
              <a:gd name="f17" fmla="val 5954"/>
              <a:gd name="f18" fmla="val 7061"/>
              <a:gd name="f19" fmla="val 7823"/>
              <a:gd name="f20" fmla="val 10490"/>
              <a:gd name="f21" fmla="val 8680"/>
              <a:gd name="f22" fmla="val 13836"/>
              <a:gd name="f23" fmla="val 9431"/>
              <a:gd name="f24" fmla="val 17205"/>
              <a:gd name="f25" fmla="val 10193"/>
              <a:gd name="f26" fmla="val 20622"/>
              <a:gd name="f27" fmla="val 10931"/>
              <a:gd name="f28" fmla="val 23611"/>
              <a:gd name="f29" fmla="val 12633"/>
              <a:gd name="f30" fmla="val 25921"/>
              <a:gd name="f31" fmla="val 13955"/>
              <a:gd name="f32" fmla="val 27957"/>
              <a:gd name="f33" fmla="val 15979"/>
              <a:gd name="f34" fmla="*/ f0 1 28933"/>
              <a:gd name="f35" fmla="*/ f1 1 18408"/>
              <a:gd name="f36" fmla="+- f4 0 f2"/>
              <a:gd name="f37" fmla="+- f3 0 f2"/>
              <a:gd name="f38" fmla="*/ f37 1 28933"/>
              <a:gd name="f39" fmla="*/ f36 1 18408"/>
              <a:gd name="f40" fmla="*/ f2 1 f38"/>
              <a:gd name="f41" fmla="*/ f3 1 f38"/>
              <a:gd name="f42" fmla="*/ f2 1 f39"/>
              <a:gd name="f43" fmla="*/ f4 1 f39"/>
              <a:gd name="f44" fmla="*/ f40 f34 1"/>
              <a:gd name="f45" fmla="*/ f41 f34 1"/>
              <a:gd name="f46" fmla="*/ f43 f35 1"/>
              <a:gd name="f47" fmla="*/ f42 f3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4" t="f47" r="f45" b="f46"/>
            <a:pathLst>
              <a:path w="28933" h="18408">
                <a:moveTo>
                  <a:pt x="f5" y="f5"/>
                </a:moveTo>
                <a:cubicBezTo>
                  <a:pt x="f6" y="f7"/>
                  <a:pt x="f8" y="f9"/>
                  <a:pt x="f10" y="f11"/>
                </a:cubicBezTo>
                <a:cubicBezTo>
                  <a:pt x="f12" y="f13"/>
                  <a:pt x="f14" y="f15"/>
                  <a:pt x="f16" y="f17"/>
                </a:cubicBezTo>
                <a:cubicBezTo>
                  <a:pt x="f18" y="f19"/>
                  <a:pt x="f20" y="f21"/>
                  <a:pt x="f22" y="f23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2" y="f33"/>
                  <a:pt x="f3" y="f4"/>
                </a:cubicBezTo>
                <a:lnTo>
                  <a:pt x="f3" y="f5"/>
                </a:ln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18;p4">
            <a:extLst>
              <a:ext uri="{FF2B5EF4-FFF2-40B4-BE49-F238E27FC236}">
                <a16:creationId xmlns:a16="http://schemas.microsoft.com/office/drawing/2014/main" id="{DFA6B9F2-959D-5083-8C4E-C6E6E563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0802" y="1530595"/>
            <a:ext cx="10411998" cy="4705996"/>
          </a:xfrm>
        </p:spPr>
        <p:txBody>
          <a:bodyPr/>
          <a:lstStyle>
            <a:lvl1pPr marL="609584" indent="-406386">
              <a:buSzPts val="1200"/>
              <a:defRPr lang="fr-FR" sz="1600"/>
            </a:lvl1pPr>
          </a:lstStyle>
          <a:p>
            <a:pPr lvl="0"/>
            <a:endParaRPr lang="fr-FR"/>
          </a:p>
        </p:txBody>
      </p:sp>
      <p:sp>
        <p:nvSpPr>
          <p:cNvPr id="4" name="Google Shape;19;p4">
            <a:extLst>
              <a:ext uri="{FF2B5EF4-FFF2-40B4-BE49-F238E27FC236}">
                <a16:creationId xmlns:a16="http://schemas.microsoft.com/office/drawing/2014/main" id="{8B9F05E1-6EF9-74E1-2B12-AF7689ED5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603101"/>
            <a:ext cx="10290401" cy="763597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276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;p8">
            <a:extLst>
              <a:ext uri="{FF2B5EF4-FFF2-40B4-BE49-F238E27FC236}">
                <a16:creationId xmlns:a16="http://schemas.microsoft.com/office/drawing/2014/main" id="{21593A3F-A1E9-8FB5-9AAB-1E152B1A6C9E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293;p8">
            <a:extLst>
              <a:ext uri="{FF2B5EF4-FFF2-40B4-BE49-F238E27FC236}">
                <a16:creationId xmlns:a16="http://schemas.microsoft.com/office/drawing/2014/main" id="{3600B9E0-5239-B700-CFB4-9D1BFB164BEC}"/>
              </a:ext>
            </a:extLst>
          </p:cNvPr>
          <p:cNvSpPr/>
          <p:nvPr/>
        </p:nvSpPr>
        <p:spPr>
          <a:xfrm>
            <a:off x="1437537" y="1066803"/>
            <a:ext cx="9316803" cy="4724403"/>
          </a:xfrm>
          <a:prstGeom prst="rect">
            <a:avLst/>
          </a:prstGeom>
          <a:solidFill>
            <a:srgbClr val="00829C"/>
          </a:solidFill>
          <a:ln cap="flat">
            <a:noFill/>
            <a:prstDash val="solid"/>
          </a:ln>
          <a:effectLst>
            <a:outerShdw dist="228601" dir="2820004" algn="tl">
              <a:srgbClr val="000000">
                <a:alpha val="6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294;p8">
            <a:extLst>
              <a:ext uri="{FF2B5EF4-FFF2-40B4-BE49-F238E27FC236}">
                <a16:creationId xmlns:a16="http://schemas.microsoft.com/office/drawing/2014/main" id="{5D577568-6545-88F7-02C5-677813FC79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3003" y="2112401"/>
            <a:ext cx="6625998" cy="2633197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8000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295;p8">
            <a:extLst>
              <a:ext uri="{FF2B5EF4-FFF2-40B4-BE49-F238E27FC236}">
                <a16:creationId xmlns:a16="http://schemas.microsoft.com/office/drawing/2014/main" id="{149C3D60-8377-0808-63C7-4ECCF19E8DE2}"/>
              </a:ext>
            </a:extLst>
          </p:cNvPr>
          <p:cNvSpPr/>
          <p:nvPr/>
        </p:nvSpPr>
        <p:spPr>
          <a:xfrm>
            <a:off x="1946529" y="1571798"/>
            <a:ext cx="9314800" cy="4730401"/>
          </a:xfrm>
          <a:prstGeom prst="rect">
            <a:avLst/>
          </a:prstGeom>
          <a:noFill/>
          <a:ln w="19046" cap="flat">
            <a:solidFill>
              <a:srgbClr val="D6D6D6"/>
            </a:solidFill>
            <a:prstDash val="solid"/>
            <a:round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9687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78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6;p15">
            <a:extLst>
              <a:ext uri="{FF2B5EF4-FFF2-40B4-BE49-F238E27FC236}">
                <a16:creationId xmlns:a16="http://schemas.microsoft.com/office/drawing/2014/main" id="{A7B5F93B-AD24-0D9E-AEB1-262BF7047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7199" y="2255166"/>
            <a:ext cx="4323200" cy="1889598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/>
          <a:lstStyle>
            <a:lvl1pPr algn="r">
              <a:defRPr sz="5333"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3" name="Google Shape;527;p15">
            <a:extLst>
              <a:ext uri="{FF2B5EF4-FFF2-40B4-BE49-F238E27FC236}">
                <a16:creationId xmlns:a16="http://schemas.microsoft.com/office/drawing/2014/main" id="{07796300-F6B8-2FB1-1B50-36F70EA744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392003" y="719203"/>
            <a:ext cx="1848797" cy="1060795"/>
          </a:xfrm>
          <a:effectLst>
            <a:outerShdw dist="95248" dir="2759978" algn="tl">
              <a:srgbClr val="000000">
                <a:alpha val="20000"/>
              </a:srgbClr>
            </a:outerShdw>
          </a:effectLst>
        </p:spPr>
        <p:txBody>
          <a:bodyPr anchor="ctr" anchorCtr="1"/>
          <a:lstStyle>
            <a:lvl1pPr algn="ctr"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sp>
        <p:nvSpPr>
          <p:cNvPr id="4" name="Google Shape;528;p15">
            <a:extLst>
              <a:ext uri="{FF2B5EF4-FFF2-40B4-BE49-F238E27FC236}">
                <a16:creationId xmlns:a16="http://schemas.microsoft.com/office/drawing/2014/main" id="{17E14FFA-1B68-7D7D-C8C5-F8E3E5877C9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57596" y="4144783"/>
            <a:ext cx="3742803" cy="890003"/>
          </a:xfrm>
        </p:spPr>
        <p:txBody>
          <a:bodyPr/>
          <a:lstStyle>
            <a:lvl1pPr algn="r"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64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07;p22">
            <a:extLst>
              <a:ext uri="{FF2B5EF4-FFF2-40B4-BE49-F238E27FC236}">
                <a16:creationId xmlns:a16="http://schemas.microsoft.com/office/drawing/2014/main" id="{B61E876C-43AE-DA6F-0035-3114FE2432A4}"/>
              </a:ext>
            </a:extLst>
          </p:cNvPr>
          <p:cNvSpPr/>
          <p:nvPr/>
        </p:nvSpPr>
        <p:spPr>
          <a:xfrm flipH="1">
            <a:off x="5039002" y="0"/>
            <a:ext cx="7153003" cy="6857935"/>
          </a:xfrm>
          <a:custGeom>
            <a:avLst/>
            <a:gdLst>
              <a:gd name="f0" fmla="val w"/>
              <a:gd name="f1" fmla="val h"/>
              <a:gd name="f2" fmla="val 0"/>
              <a:gd name="f3" fmla="val 67771"/>
              <a:gd name="f4" fmla="val 66224"/>
              <a:gd name="f5" fmla="val 1"/>
              <a:gd name="f6" fmla="val 66223"/>
              <a:gd name="f7" fmla="val 67664"/>
              <a:gd name="f8" fmla="val 67366"/>
              <a:gd name="f9" fmla="val 65485"/>
              <a:gd name="f10" fmla="val 67116"/>
              <a:gd name="f11" fmla="val 64723"/>
              <a:gd name="f12" fmla="val 66890"/>
              <a:gd name="f13" fmla="val 63949"/>
              <a:gd name="f14" fmla="val 64890"/>
              <a:gd name="f15" fmla="val 56508"/>
              <a:gd name="f16" fmla="val 48673"/>
              <a:gd name="f17" fmla="val 67640"/>
              <a:gd name="f18" fmla="val 40958"/>
              <a:gd name="f19" fmla="val 67545"/>
              <a:gd name="f20" fmla="val 35160"/>
              <a:gd name="f21" fmla="val 65687"/>
              <a:gd name="f22" fmla="val 29373"/>
              <a:gd name="f23" fmla="val 62365"/>
              <a:gd name="f24" fmla="val 24599"/>
              <a:gd name="f25" fmla="val 60972"/>
              <a:gd name="f26" fmla="val 22599"/>
              <a:gd name="f27" fmla="val 59317"/>
              <a:gd name="f28" fmla="val 20741"/>
              <a:gd name="f29" fmla="val 57984"/>
              <a:gd name="f30" fmla="val 18694"/>
              <a:gd name="f31" fmla="val 55615"/>
              <a:gd name="f32" fmla="val 15050"/>
              <a:gd name="f33" fmla="val 54329"/>
              <a:gd name="f34" fmla="val 10800"/>
              <a:gd name="f35" fmla="val 53781"/>
              <a:gd name="f36" fmla="val 6502"/>
              <a:gd name="f37" fmla="val 53483"/>
              <a:gd name="f38" fmla="val 4108"/>
              <a:gd name="f39" fmla="val 53317"/>
              <a:gd name="f40" fmla="val 1977"/>
              <a:gd name="f41" fmla="*/ f0 1 67771"/>
              <a:gd name="f42" fmla="*/ f1 1 66224"/>
              <a:gd name="f43" fmla="+- f4 0 f2"/>
              <a:gd name="f44" fmla="+- f3 0 f2"/>
              <a:gd name="f45" fmla="*/ f44 1 67771"/>
              <a:gd name="f46" fmla="*/ f43 1 66224"/>
              <a:gd name="f47" fmla="*/ f2 1 f45"/>
              <a:gd name="f48" fmla="*/ f3 1 f45"/>
              <a:gd name="f49" fmla="*/ f2 1 f46"/>
              <a:gd name="f50" fmla="*/ f4 1 f46"/>
              <a:gd name="f51" fmla="*/ f47 f41 1"/>
              <a:gd name="f52" fmla="*/ f48 f41 1"/>
              <a:gd name="f53" fmla="*/ f50 f42 1"/>
              <a:gd name="f54" fmla="*/ f49 f4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51" t="f54" r="f52" b="f53"/>
            <a:pathLst>
              <a:path w="67771" h="66224">
                <a:moveTo>
                  <a:pt x="f5" y="f5"/>
                </a:moveTo>
                <a:lnTo>
                  <a:pt x="f5" y="f6"/>
                </a:lnTo>
                <a:lnTo>
                  <a:pt x="f7" y="f6"/>
                </a:lnTo>
                <a:cubicBezTo>
                  <a:pt x="f8" y="f9"/>
                  <a:pt x="f10" y="f11"/>
                  <a:pt x="f12" y="f13"/>
                </a:cubicBezTo>
                <a:cubicBezTo>
                  <a:pt x="f14" y="f15"/>
                  <a:pt x="f3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8"/>
                  <a:pt x="f29" y="f30"/>
                </a:cubicBezTo>
                <a:cubicBezTo>
                  <a:pt x="f31" y="f32"/>
                  <a:pt x="f33" y="f34"/>
                  <a:pt x="f35" y="f36"/>
                </a:cubicBezTo>
                <a:cubicBezTo>
                  <a:pt x="f37" y="f38"/>
                  <a:pt x="f39" y="f40"/>
                  <a:pt x="f37" y="f5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3" name="Google Shape;908;p22">
            <a:extLst>
              <a:ext uri="{FF2B5EF4-FFF2-40B4-BE49-F238E27FC236}">
                <a16:creationId xmlns:a16="http://schemas.microsoft.com/office/drawing/2014/main" id="{E2E41FAB-4ACC-4030-7003-E2579A5B28AC}"/>
              </a:ext>
            </a:extLst>
          </p:cNvPr>
          <p:cNvSpPr/>
          <p:nvPr/>
        </p:nvSpPr>
        <p:spPr>
          <a:xfrm rot="10800009" flipH="1">
            <a:off x="-248" y="-275"/>
            <a:ext cx="3790398" cy="1887202"/>
          </a:xfrm>
          <a:custGeom>
            <a:avLst/>
            <a:gdLst>
              <a:gd name="f0" fmla="val w"/>
              <a:gd name="f1" fmla="val h"/>
              <a:gd name="f2" fmla="val 0"/>
              <a:gd name="f3" fmla="val 33576"/>
              <a:gd name="f4" fmla="val 17352"/>
              <a:gd name="f5" fmla="val 10157"/>
              <a:gd name="f6" fmla="val 1"/>
              <a:gd name="f7" fmla="val 6817"/>
              <a:gd name="f8" fmla="val 3384"/>
              <a:gd name="f9" fmla="val 749"/>
              <a:gd name="f10" fmla="val 2385"/>
              <a:gd name="f11" fmla="val 17351"/>
              <a:gd name="f12" fmla="val 16137"/>
              <a:gd name="f13" fmla="val 33076"/>
              <a:gd name="f14" fmla="val 14803"/>
              <a:gd name="f15" fmla="val 32445"/>
              <a:gd name="f16" fmla="val 13732"/>
              <a:gd name="f17" fmla="val 27582"/>
              <a:gd name="f18" fmla="val 5503"/>
              <a:gd name="f19" fmla="val 19212"/>
              <a:gd name="f20" fmla="*/ f0 1 33576"/>
              <a:gd name="f21" fmla="*/ f1 1 17352"/>
              <a:gd name="f22" fmla="+- f4 0 f2"/>
              <a:gd name="f23" fmla="+- f3 0 f2"/>
              <a:gd name="f24" fmla="*/ f23 1 33576"/>
              <a:gd name="f25" fmla="*/ f22 1 17352"/>
              <a:gd name="f26" fmla="*/ f2 1 f24"/>
              <a:gd name="f27" fmla="*/ f3 1 f24"/>
              <a:gd name="f28" fmla="*/ f2 1 f25"/>
              <a:gd name="f29" fmla="*/ f4 1 f25"/>
              <a:gd name="f30" fmla="*/ f26 f20 1"/>
              <a:gd name="f31" fmla="*/ f27 f20 1"/>
              <a:gd name="f32" fmla="*/ f29 f21 1"/>
              <a:gd name="f33" fmla="*/ f28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0" t="f33" r="f31" b="f32"/>
            <a:pathLst>
              <a:path w="33576" h="17352">
                <a:moveTo>
                  <a:pt x="f5" y="f6"/>
                </a:moveTo>
                <a:cubicBezTo>
                  <a:pt x="f7" y="f6"/>
                  <a:pt x="f8" y="f9"/>
                  <a:pt x="f2" y="f10"/>
                </a:cubicBezTo>
                <a:lnTo>
                  <a:pt x="f2" y="f11"/>
                </a:lnTo>
                <a:lnTo>
                  <a:pt x="f3" y="f11"/>
                </a:lnTo>
                <a:cubicBezTo>
                  <a:pt x="f3" y="f12"/>
                  <a:pt x="f13" y="f14"/>
                  <a:pt x="f15" y="f16"/>
                </a:cubicBezTo>
                <a:cubicBezTo>
                  <a:pt x="f17" y="f18"/>
                  <a:pt x="f19" y="f6"/>
                  <a:pt x="f5" y="f6"/>
                </a:cubicBezTo>
                <a:close/>
              </a:path>
            </a:pathLst>
          </a:custGeom>
          <a:solidFill>
            <a:srgbClr val="00829C"/>
          </a:solidFill>
          <a:ln cap="flat">
            <a:noFill/>
            <a:prstDash val="solid"/>
          </a:ln>
        </p:spPr>
        <p:txBody>
          <a:bodyPr vert="horz" wrap="square" lIns="121898" tIns="121898" rIns="121898" bIns="121898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00829C"/>
              </a:solidFill>
              <a:uFillTx/>
              <a:latin typeface="Arial"/>
            </a:endParaRPr>
          </a:p>
        </p:txBody>
      </p:sp>
      <p:sp>
        <p:nvSpPr>
          <p:cNvPr id="4" name="Google Shape;909;p22">
            <a:extLst>
              <a:ext uri="{FF2B5EF4-FFF2-40B4-BE49-F238E27FC236}">
                <a16:creationId xmlns:a16="http://schemas.microsoft.com/office/drawing/2014/main" id="{A0126928-580E-9A6E-2365-0D5718744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04029" y="1612324"/>
            <a:ext cx="4050398" cy="2004401"/>
          </a:xfrm>
          <a:effectLst>
            <a:outerShdw dist="95253" dir="2700000" algn="tl">
              <a:srgbClr val="000000">
                <a:alpha val="20000"/>
              </a:srgbClr>
            </a:outerShdw>
          </a:effec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5" name="Google Shape;910;p22">
            <a:extLst>
              <a:ext uri="{FF2B5EF4-FFF2-40B4-BE49-F238E27FC236}">
                <a16:creationId xmlns:a16="http://schemas.microsoft.com/office/drawing/2014/main" id="{B968C2FA-EAE0-BB83-DCE4-7925BDCEF61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004020" y="3616662"/>
            <a:ext cx="4050398" cy="1621596"/>
          </a:xfrm>
        </p:spPr>
        <p:txBody>
          <a:bodyPr/>
          <a:lstStyle>
            <a:lvl1pPr>
              <a:buNone/>
              <a:defRPr lang="fr-FR" sz="2133">
                <a:solidFill>
                  <a:srgbClr val="F5FBFC"/>
                </a:solidFill>
              </a:defRPr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52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16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32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36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3F922EED-F4D4-4288-11DA-FDAAD9A4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403" y="603101"/>
            <a:ext cx="10271199" cy="763597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fr-FR"/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11B9728-F8C0-A68E-17F5-630577729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403" y="1536630"/>
            <a:ext cx="10271199" cy="45552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51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2800" b="0" i="0" u="none" strike="noStrike" kern="0" cap="none" spc="0" baseline="0">
          <a:solidFill>
            <a:srgbClr val="00829C"/>
          </a:solidFill>
          <a:uFillTx/>
          <a:latin typeface="Open Sans ExtraBold"/>
          <a:ea typeface="Open Sans ExtraBold"/>
          <a:cs typeface="Open Sans ExtraBold"/>
        </a:defRPr>
      </a:lvl1pPr>
    </p:titleStyle>
    <p:bodyStyle>
      <a:lvl1pPr marL="457200" marR="0" lvl="0" indent="-317497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Clr>
          <a:srgbClr val="00829C"/>
        </a:buClr>
        <a:buSzPts val="1400"/>
        <a:buFont typeface="Karla"/>
        <a:buChar char="●"/>
        <a:tabLst/>
        <a:defRPr lang="en-US" sz="1867" b="0" i="0" u="none" strike="noStrike" kern="0" cap="none" spc="0" baseline="0">
          <a:solidFill>
            <a:srgbClr val="000000"/>
          </a:solidFill>
          <a:uFillTx/>
          <a:latin typeface="Karla"/>
          <a:ea typeface="Karla"/>
          <a:cs typeface="Karla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1;p48">
            <a:extLst>
              <a:ext uri="{FF2B5EF4-FFF2-40B4-BE49-F238E27FC236}">
                <a16:creationId xmlns:a16="http://schemas.microsoft.com/office/drawing/2014/main" id="{6CE172F0-663C-68E1-FDE1-4E206150E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206" y="2112401"/>
            <a:ext cx="8797771" cy="2633197"/>
          </a:xfrm>
        </p:spPr>
        <p:txBody>
          <a:bodyPr lIns="121898" tIns="121898" rIns="121898" bIns="121898"/>
          <a:lstStyle/>
          <a:p>
            <a:pPr lvl="0"/>
            <a:r>
              <a:rPr lang="en-US" sz="4800" dirty="0"/>
              <a:t>Welcome to the Causal Statistics for Treatment Models TD – S2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4750-72F3-0E62-7F25-7860A64A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1F7F02C1-04EB-3234-95DA-7EE190FF7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1: Brainstorm 10 research questions using available variables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ABD5F3-6230-8B5F-C0E5-3E86C64F8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890"/>
            <a:ext cx="12192000" cy="15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2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2A1A-001E-C1B7-0BB0-E1230D74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BE9A7102-8AE7-1406-156A-359A71CA50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2: Rate these questions and choose one of them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46CCC-DE32-FD23-BE99-9A38A426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8778"/>
            <a:ext cx="12192000" cy="158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D58A-B530-7A69-070A-4562AD3D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EAFAA844-0269-9CC4-986D-9DA042044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3: Generate predictions regarding your chosen research question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68044-9E16-654B-ED30-35DCA14E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12" y="2500183"/>
            <a:ext cx="520137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5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8BF1-27E2-5EB6-8E38-DB008354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C8FD5D15-42EA-C5E7-0546-1EF45D40B8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4: Define which variables will be used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F7E0E-0A98-8F14-AB8B-D3A342A1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7382"/>
            <a:ext cx="12192000" cy="216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4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4818-587D-8A11-8456-69AA9122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8EB698D7-5514-8C00-6223-251387E2A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5: Define which other confounding variables could impact your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EB06B-B6BF-3A71-E92D-B923D9992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12943"/>
            <a:ext cx="12192000" cy="6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3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2D56-44B9-E5A4-BCC8-E7FC6A71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9257E3F6-0560-BC77-7A4C-8E5C92891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6: Clean and prepare your data 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414A8162-8576-4944-A7DF-6D283D1FF7CB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(More on that soon)</a:t>
            </a:r>
          </a:p>
        </p:txBody>
      </p:sp>
    </p:spTree>
    <p:extLst>
      <p:ext uri="{BB962C8B-B14F-4D97-AF65-F5344CB8AC3E}">
        <p14:creationId xmlns:p14="http://schemas.microsoft.com/office/powerpoint/2010/main" val="391295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3F2C-84A5-E5B7-7439-1DC54563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D555ED84-2FDC-4A21-18E8-1B8A8DBF63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7 (optional): Validate your psychometric scales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6922DDB2-CF47-E95D-F27C-9C727EBEE132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(More on that soon)</a:t>
            </a:r>
          </a:p>
        </p:txBody>
      </p:sp>
    </p:spTree>
    <p:extLst>
      <p:ext uri="{BB962C8B-B14F-4D97-AF65-F5344CB8AC3E}">
        <p14:creationId xmlns:p14="http://schemas.microsoft.com/office/powerpoint/2010/main" val="201672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1EAB7-991C-23BE-442F-D0A4697F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9C25F6CB-45FA-4989-DDD9-48D15EE9764B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me say a few words about psychometrics (this is particularly relevant for econometric analyses with psychological variables)</a:t>
            </a:r>
          </a:p>
        </p:txBody>
      </p:sp>
    </p:spTree>
    <p:extLst>
      <p:ext uri="{BB962C8B-B14F-4D97-AF65-F5344CB8AC3E}">
        <p14:creationId xmlns:p14="http://schemas.microsoft.com/office/powerpoint/2010/main" val="413994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782F-2CA1-039D-5C1D-4559A15E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8F04D3D2-3C12-7C82-5E68-1D3B45C01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fr-FR" dirty="0"/>
              <a:t>Step 7 (optional): Validate your psychometric scales</a:t>
            </a:r>
            <a:endParaRPr lang="en-US" dirty="0"/>
          </a:p>
        </p:txBody>
      </p:sp>
      <p:sp>
        <p:nvSpPr>
          <p:cNvPr id="3" name="Google Shape;1480;p38">
            <a:extLst>
              <a:ext uri="{FF2B5EF4-FFF2-40B4-BE49-F238E27FC236}">
                <a16:creationId xmlns:a16="http://schemas.microsoft.com/office/drawing/2014/main" id="{26468075-4CF8-9005-787E-37E6FA4B94D7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my toy project, I will try to reconstruct personality data from the items of the European Values Study</a:t>
            </a:r>
          </a:p>
        </p:txBody>
      </p:sp>
    </p:spTree>
    <p:extLst>
      <p:ext uri="{BB962C8B-B14F-4D97-AF65-F5344CB8AC3E}">
        <p14:creationId xmlns:p14="http://schemas.microsoft.com/office/powerpoint/2010/main" val="3972559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01E0-3EDE-520C-C238-31E0C4FA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BA3A7D52-C49D-3F18-658B-E3168D6092B9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personality?</a:t>
            </a:r>
            <a:r>
              <a:rPr lang="fr-FR" sz="2000" dirty="0">
                <a:effectLst/>
              </a:rPr>
              <a:t>  </a:t>
            </a:r>
            <a:endParaRPr lang="en-US" sz="3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653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951E-C6AF-BCEF-67E7-EADE2892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2AE31809-4A3C-C84C-D75D-7F65DB31BA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At the origin of personality psychology</a:t>
            </a:r>
          </a:p>
        </p:txBody>
      </p:sp>
      <p:sp>
        <p:nvSpPr>
          <p:cNvPr id="6" name="Google Shape;1480;p38">
            <a:extLst>
              <a:ext uri="{FF2B5EF4-FFF2-40B4-BE49-F238E27FC236}">
                <a16:creationId xmlns:a16="http://schemas.microsoft.com/office/drawing/2014/main" id="{7A69E8F9-316B-5368-0148-DA202F2E7F24}"/>
              </a:ext>
            </a:extLst>
          </p:cNvPr>
          <p:cNvSpPr txBox="1">
            <a:spLocks/>
          </p:cNvSpPr>
          <p:nvPr/>
        </p:nvSpPr>
        <p:spPr>
          <a:xfrm>
            <a:off x="950799" y="1120880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lexical hypothesis (Galton, 1884)</a:t>
            </a:r>
          </a:p>
        </p:txBody>
      </p:sp>
      <p:sp>
        <p:nvSpPr>
          <p:cNvPr id="7" name="Google Shape;1480;p38">
            <a:extLst>
              <a:ext uri="{FF2B5EF4-FFF2-40B4-BE49-F238E27FC236}">
                <a16:creationId xmlns:a16="http://schemas.microsoft.com/office/drawing/2014/main" id="{16D2F7CA-33AC-D182-A02A-E3DD01B3078D}"/>
              </a:ext>
            </a:extLst>
          </p:cNvPr>
          <p:cNvSpPr txBox="1">
            <a:spLocks/>
          </p:cNvSpPr>
          <p:nvPr/>
        </p:nvSpPr>
        <p:spPr>
          <a:xfrm>
            <a:off x="950799" y="2844220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Allport &amp; Odbert (1936): extraction of 4504 adjectives from the dictionary</a:t>
            </a:r>
          </a:p>
        </p:txBody>
      </p:sp>
      <p:sp>
        <p:nvSpPr>
          <p:cNvPr id="8" name="Google Shape;1480;p38">
            <a:extLst>
              <a:ext uri="{FF2B5EF4-FFF2-40B4-BE49-F238E27FC236}">
                <a16:creationId xmlns:a16="http://schemas.microsoft.com/office/drawing/2014/main" id="{872935A1-B711-C06C-174D-E73CAA903527}"/>
              </a:ext>
            </a:extLst>
          </p:cNvPr>
          <p:cNvSpPr txBox="1">
            <a:spLocks/>
          </p:cNvSpPr>
          <p:nvPr/>
        </p:nvSpPr>
        <p:spPr>
          <a:xfrm>
            <a:off x="950798" y="4567561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Cattell (1940): elimination of synonyms (-&gt; 171 adjectives), several factor analyses allowed to find 16 traits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719BC-862E-74F1-5411-2800940E5451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fr-FR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Moshoeu (2017)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25065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0E04-1551-A5FE-6D92-8D52A66A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A8B9D265-601D-782F-E908-B755D7D16A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The sixteen personality factors questionnaire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860347-BD65-F7F2-BDA0-E40D41F16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825" y="1120880"/>
            <a:ext cx="7372350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E98096-E83A-5DEC-AE1E-CD9C141D5FC7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nl-NL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Van Eeden et al. (2013)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536414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AF669-1444-DEF4-8AF6-80D112EA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67E40EED-1130-86D6-56C7-DC0C23874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From 16 to 5 factors</a:t>
            </a:r>
          </a:p>
        </p:txBody>
      </p:sp>
      <p:sp>
        <p:nvSpPr>
          <p:cNvPr id="6" name="Google Shape;1480;p38">
            <a:extLst>
              <a:ext uri="{FF2B5EF4-FFF2-40B4-BE49-F238E27FC236}">
                <a16:creationId xmlns:a16="http://schemas.microsoft.com/office/drawing/2014/main" id="{96A8D9D1-DCA2-D6C5-8E48-7EA0F273089D}"/>
              </a:ext>
            </a:extLst>
          </p:cNvPr>
          <p:cNvSpPr txBox="1">
            <a:spLocks/>
          </p:cNvSpPr>
          <p:nvPr/>
        </p:nvSpPr>
        <p:spPr>
          <a:xfrm>
            <a:off x="950799" y="1120880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Several attempts didn’t manage to replicate Cattell’s factors</a:t>
            </a:r>
          </a:p>
        </p:txBody>
      </p:sp>
      <p:sp>
        <p:nvSpPr>
          <p:cNvPr id="7" name="Google Shape;1480;p38">
            <a:extLst>
              <a:ext uri="{FF2B5EF4-FFF2-40B4-BE49-F238E27FC236}">
                <a16:creationId xmlns:a16="http://schemas.microsoft.com/office/drawing/2014/main" id="{33CBC3A4-AABA-62F5-178D-B26D934E5A21}"/>
              </a:ext>
            </a:extLst>
          </p:cNvPr>
          <p:cNvSpPr txBox="1">
            <a:spLocks/>
          </p:cNvSpPr>
          <p:nvPr/>
        </p:nvSpPr>
        <p:spPr>
          <a:xfrm>
            <a:off x="950799" y="2844220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Fiske (1949), and Tupes &amp; Christal (1961) found five factors, and  thought it was an error of replication</a:t>
            </a:r>
          </a:p>
        </p:txBody>
      </p:sp>
      <p:sp>
        <p:nvSpPr>
          <p:cNvPr id="8" name="Google Shape;1480;p38">
            <a:extLst>
              <a:ext uri="{FF2B5EF4-FFF2-40B4-BE49-F238E27FC236}">
                <a16:creationId xmlns:a16="http://schemas.microsoft.com/office/drawing/2014/main" id="{F8C8A75C-55E7-420D-087B-B39596868A64}"/>
              </a:ext>
            </a:extLst>
          </p:cNvPr>
          <p:cNvSpPr txBox="1">
            <a:spLocks/>
          </p:cNvSpPr>
          <p:nvPr/>
        </p:nvSpPr>
        <p:spPr>
          <a:xfrm>
            <a:off x="950798" y="4567561"/>
            <a:ext cx="10290401" cy="1169559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Norman went back to the list of Cattell (1963), completed the original list of Allport and Odbert (1967), and found five factors each time!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A99F0-9F58-230A-15FA-4B2E26105794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fr-FR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Moshoeu (2017)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718112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B50D-C9FE-885A-59F4-498796B1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2748A4C1-4CAA-448F-F121-F70596671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The Five Factor Model (Big Five)</a:t>
            </a:r>
          </a:p>
        </p:txBody>
      </p:sp>
      <p:pic>
        <p:nvPicPr>
          <p:cNvPr id="1026" name="Picture 2" descr="20+ Big Five Personality Stock Illustrations, Royalty-Free Vector Graphics  &amp; Clip Art - iStock | Big five personality traits">
            <a:extLst>
              <a:ext uri="{FF2B5EF4-FFF2-40B4-BE49-F238E27FC236}">
                <a16:creationId xmlns:a16="http://schemas.microsoft.com/office/drawing/2014/main" id="{62B92C59-E49A-0BA3-CECC-BF21ACF65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30" y="1126170"/>
            <a:ext cx="5731830" cy="573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7B7216-B464-3345-0CE2-D281DAE14F13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fr-FR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Costa &amp; McCrae (1992)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590968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D836-7F5F-16C7-8660-D58F1097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9F9BB10D-ED0E-2656-DE5B-97B6E32B9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The structure of personality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2274C-EA9E-5EF8-9CF9-3A1816625119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da-DK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Digman (1997), Musek (2007), DeYoung et al. (2007)</a:t>
            </a:r>
            <a:endParaRPr lang="en-GB" sz="800" dirty="0"/>
          </a:p>
        </p:txBody>
      </p:sp>
      <p:pic>
        <p:nvPicPr>
          <p:cNvPr id="3074" name="Picture 2" descr="Personality Taxonomy – Understanding Psychological Differences Between  People">
            <a:extLst>
              <a:ext uri="{FF2B5EF4-FFF2-40B4-BE49-F238E27FC236}">
                <a16:creationId xmlns:a16="http://schemas.microsoft.com/office/drawing/2014/main" id="{C8BE648F-616C-9E58-AE41-E805739DC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5" y="1120880"/>
            <a:ext cx="7972425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21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3EF0-0A3A-A038-9AF6-AB8DCBB9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4F0CBA69-0C90-4305-81B8-676EAD872566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fr-FR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</a:t>
            </a:r>
            <a:r>
              <a:rPr lang="fr-FR" sz="32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</a:t>
            </a:r>
            <a:r>
              <a:rPr lang="fr-FR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psychological questionnaire valid?</a:t>
            </a:r>
            <a:endParaRPr lang="en-US" sz="3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17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2338F-6B6C-8A86-B7D4-47A7AE4E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1DB868D2-BCC1-26CC-F246-F42AE2660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61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4D49-A146-9DD7-FFDA-03B41744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80E5D97E-1DBC-FF3F-81C1-4D9C14044758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isn’t the MBTI used by researchers in psychology?</a:t>
            </a:r>
          </a:p>
        </p:txBody>
      </p:sp>
    </p:spTree>
    <p:extLst>
      <p:ext uri="{BB962C8B-B14F-4D97-AF65-F5344CB8AC3E}">
        <p14:creationId xmlns:p14="http://schemas.microsoft.com/office/powerpoint/2010/main" val="106217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3F92-5347-C93E-C9F8-5009A7D2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82820EC-E502-A8CE-8584-B9E6EE8C8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681"/>
            <a:ext cx="12192000" cy="63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67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FA81-50B5-F93E-3377-40144ECB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0;p38">
            <a:extLst>
              <a:ext uri="{FF2B5EF4-FFF2-40B4-BE49-F238E27FC236}">
                <a16:creationId xmlns:a16="http://schemas.microsoft.com/office/drawing/2014/main" id="{0AB89800-3E6F-A15F-E20A-90514B8F2C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0802" y="357283"/>
            <a:ext cx="10290401" cy="763597"/>
          </a:xfrm>
        </p:spPr>
        <p:txBody>
          <a:bodyPr lIns="121898" tIns="121898" rIns="121898" bIns="121898"/>
          <a:lstStyle/>
          <a:p>
            <a:pPr lvl="0" algn="just"/>
            <a:r>
              <a:rPr lang="en-US" dirty="0"/>
              <a:t>Psychometric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A5070-3EA9-7E37-2916-13497EB676F8}"/>
              </a:ext>
            </a:extLst>
          </p:cNvPr>
          <p:cNvSpPr txBox="1"/>
          <p:nvPr/>
        </p:nvSpPr>
        <p:spPr>
          <a:xfrm>
            <a:off x="6095998" y="6642556"/>
            <a:ext cx="6094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da-DK" sz="800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Hansenne (2018)</a:t>
            </a:r>
            <a:endParaRPr lang="en-GB" sz="800" dirty="0"/>
          </a:p>
        </p:txBody>
      </p:sp>
      <p:sp>
        <p:nvSpPr>
          <p:cNvPr id="6" name="Google Shape;289;p54">
            <a:extLst>
              <a:ext uri="{FF2B5EF4-FFF2-40B4-BE49-F238E27FC236}">
                <a16:creationId xmlns:a16="http://schemas.microsoft.com/office/drawing/2014/main" id="{7EF19EB4-F133-07F8-79CB-9E0BF9298AA0}"/>
              </a:ext>
            </a:extLst>
          </p:cNvPr>
          <p:cNvSpPr/>
          <p:nvPr/>
        </p:nvSpPr>
        <p:spPr>
          <a:xfrm>
            <a:off x="1403387" y="1145206"/>
            <a:ext cx="20079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Validity</a:t>
            </a:r>
            <a:endParaRPr sz="1800" b="1"/>
          </a:p>
        </p:txBody>
      </p:sp>
      <p:sp>
        <p:nvSpPr>
          <p:cNvPr id="7" name="Google Shape;290;p54">
            <a:extLst>
              <a:ext uri="{FF2B5EF4-FFF2-40B4-BE49-F238E27FC236}">
                <a16:creationId xmlns:a16="http://schemas.microsoft.com/office/drawing/2014/main" id="{482F591F-19BA-C229-113C-86315F9999A1}"/>
              </a:ext>
            </a:extLst>
          </p:cNvPr>
          <p:cNvSpPr/>
          <p:nvPr/>
        </p:nvSpPr>
        <p:spPr>
          <a:xfrm>
            <a:off x="773726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Construct validity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291;p54">
            <a:extLst>
              <a:ext uri="{FF2B5EF4-FFF2-40B4-BE49-F238E27FC236}">
                <a16:creationId xmlns:a16="http://schemas.microsoft.com/office/drawing/2014/main" id="{AC0F8863-D293-5ABA-31AC-72AA1CF0B17A}"/>
              </a:ext>
            </a:extLst>
          </p:cNvPr>
          <p:cNvSpPr/>
          <p:nvPr/>
        </p:nvSpPr>
        <p:spPr>
          <a:xfrm>
            <a:off x="2601805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Criterion validity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292;p54">
            <a:extLst>
              <a:ext uri="{FF2B5EF4-FFF2-40B4-BE49-F238E27FC236}">
                <a16:creationId xmlns:a16="http://schemas.microsoft.com/office/drawing/2014/main" id="{F3D43A7A-79C3-1295-F2F9-43F238DAF9CA}"/>
              </a:ext>
            </a:extLst>
          </p:cNvPr>
          <p:cNvSpPr/>
          <p:nvPr/>
        </p:nvSpPr>
        <p:spPr>
          <a:xfrm>
            <a:off x="773735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the dictionary to a structure found in many cultures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293;p54">
            <a:extLst>
              <a:ext uri="{FF2B5EF4-FFF2-40B4-BE49-F238E27FC236}">
                <a16:creationId xmlns:a16="http://schemas.microsoft.com/office/drawing/2014/main" id="{6F705AA6-008C-60E7-644F-1E3996EC6529}"/>
              </a:ext>
            </a:extLst>
          </p:cNvPr>
          <p:cNvSpPr/>
          <p:nvPr/>
        </p:nvSpPr>
        <p:spPr>
          <a:xfrm>
            <a:off x="2601814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Academic and professional success, well-being, etc.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" name="Google Shape;294;p54">
            <a:extLst>
              <a:ext uri="{FF2B5EF4-FFF2-40B4-BE49-F238E27FC236}">
                <a16:creationId xmlns:a16="http://schemas.microsoft.com/office/drawing/2014/main" id="{E65F2AD8-329A-283B-208E-E3D443958C08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1545476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" name="Google Shape;295;p54">
            <a:extLst>
              <a:ext uri="{FF2B5EF4-FFF2-40B4-BE49-F238E27FC236}">
                <a16:creationId xmlns:a16="http://schemas.microsoft.com/office/drawing/2014/main" id="{07DD8A26-7FDD-4996-65BE-F02952EE6A9C}"/>
              </a:ext>
            </a:extLst>
          </p:cNvPr>
          <p:cNvSpPr txBox="1"/>
          <p:nvPr/>
        </p:nvSpPr>
        <p:spPr>
          <a:xfrm>
            <a:off x="139285" y="4166130"/>
            <a:ext cx="13683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Am I measuring what I intend to?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" name="Google Shape;296;p54">
            <a:extLst>
              <a:ext uri="{FF2B5EF4-FFF2-40B4-BE49-F238E27FC236}">
                <a16:creationId xmlns:a16="http://schemas.microsoft.com/office/drawing/2014/main" id="{3FB97C45-081B-3352-2A1E-10E170E15F44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3373555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4" name="Google Shape;297;p54">
            <a:extLst>
              <a:ext uri="{FF2B5EF4-FFF2-40B4-BE49-F238E27FC236}">
                <a16:creationId xmlns:a16="http://schemas.microsoft.com/office/drawing/2014/main" id="{45222E84-76F2-BB29-F18E-C41ADA95F479}"/>
              </a:ext>
            </a:extLst>
          </p:cNvPr>
          <p:cNvSpPr txBox="1"/>
          <p:nvPr/>
        </p:nvSpPr>
        <p:spPr>
          <a:xfrm>
            <a:off x="2005109" y="4166111"/>
            <a:ext cx="13683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my measure predictive?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298;p54">
            <a:extLst>
              <a:ext uri="{FF2B5EF4-FFF2-40B4-BE49-F238E27FC236}">
                <a16:creationId xmlns:a16="http://schemas.microsoft.com/office/drawing/2014/main" id="{2CEB4415-E014-4169-0856-C201FFA3E503}"/>
              </a:ext>
            </a:extLst>
          </p:cNvPr>
          <p:cNvSpPr/>
          <p:nvPr/>
        </p:nvSpPr>
        <p:spPr>
          <a:xfrm>
            <a:off x="5092048" y="1120880"/>
            <a:ext cx="20079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Fidelity</a:t>
            </a:r>
            <a:endParaRPr b="1"/>
          </a:p>
        </p:txBody>
      </p:sp>
      <p:sp>
        <p:nvSpPr>
          <p:cNvPr id="16" name="Google Shape;299;p54">
            <a:extLst>
              <a:ext uri="{FF2B5EF4-FFF2-40B4-BE49-F238E27FC236}">
                <a16:creationId xmlns:a16="http://schemas.microsoft.com/office/drawing/2014/main" id="{E2C047A5-1DD9-25AB-C0C7-B5CCE23AF52A}"/>
              </a:ext>
            </a:extLst>
          </p:cNvPr>
          <p:cNvSpPr/>
          <p:nvPr/>
        </p:nvSpPr>
        <p:spPr>
          <a:xfrm>
            <a:off x="4410211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Internal consistency</a:t>
            </a:r>
            <a:endParaRPr/>
          </a:p>
        </p:txBody>
      </p:sp>
      <p:sp>
        <p:nvSpPr>
          <p:cNvPr id="17" name="Google Shape;300;p54">
            <a:extLst>
              <a:ext uri="{FF2B5EF4-FFF2-40B4-BE49-F238E27FC236}">
                <a16:creationId xmlns:a16="http://schemas.microsoft.com/office/drawing/2014/main" id="{D9CC96D4-BA17-9833-FE5E-185245082912}"/>
              </a:ext>
            </a:extLst>
          </p:cNvPr>
          <p:cNvSpPr/>
          <p:nvPr/>
        </p:nvSpPr>
        <p:spPr>
          <a:xfrm>
            <a:off x="6238290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Test-retest fidelity</a:t>
            </a:r>
            <a:endParaRPr/>
          </a:p>
        </p:txBody>
      </p:sp>
      <p:sp>
        <p:nvSpPr>
          <p:cNvPr id="18" name="Google Shape;301;p54">
            <a:extLst>
              <a:ext uri="{FF2B5EF4-FFF2-40B4-BE49-F238E27FC236}">
                <a16:creationId xmlns:a16="http://schemas.microsoft.com/office/drawing/2014/main" id="{BF4D04F0-C4C1-CDCD-6D04-5D92A3305A28}"/>
              </a:ext>
            </a:extLst>
          </p:cNvPr>
          <p:cNvSpPr/>
          <p:nvPr/>
        </p:nvSpPr>
        <p:spPr>
          <a:xfrm>
            <a:off x="4410218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Yes for each of the five dimensions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302;p54">
            <a:extLst>
              <a:ext uri="{FF2B5EF4-FFF2-40B4-BE49-F238E27FC236}">
                <a16:creationId xmlns:a16="http://schemas.microsoft.com/office/drawing/2014/main" id="{16873E7B-0AEC-0A4F-2217-285344C8884A}"/>
              </a:ext>
            </a:extLst>
          </p:cNvPr>
          <p:cNvSpPr/>
          <p:nvPr/>
        </p:nvSpPr>
        <p:spPr>
          <a:xfrm>
            <a:off x="6238297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Stable over several years on average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" name="Google Shape;303;p54">
            <a:extLst>
              <a:ext uri="{FF2B5EF4-FFF2-40B4-BE49-F238E27FC236}">
                <a16:creationId xmlns:a16="http://schemas.microsoft.com/office/drawing/2014/main" id="{65D1A332-3988-BFC3-F1E8-F3839C01EBFF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5181961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1" name="Google Shape;304;p54">
            <a:extLst>
              <a:ext uri="{FF2B5EF4-FFF2-40B4-BE49-F238E27FC236}">
                <a16:creationId xmlns:a16="http://schemas.microsoft.com/office/drawing/2014/main" id="{ADC363A8-12CC-277A-5738-ECBB01F70C14}"/>
              </a:ext>
            </a:extLst>
          </p:cNvPr>
          <p:cNvSpPr txBox="1"/>
          <p:nvPr/>
        </p:nvSpPr>
        <p:spPr>
          <a:xfrm>
            <a:off x="3775770" y="4166130"/>
            <a:ext cx="13683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Are items of my scale correlated with each other?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" name="Google Shape;305;p54">
            <a:extLst>
              <a:ext uri="{FF2B5EF4-FFF2-40B4-BE49-F238E27FC236}">
                <a16:creationId xmlns:a16="http://schemas.microsoft.com/office/drawing/2014/main" id="{98D199A6-5FBF-63D3-04CE-92C3502B7C3D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7010040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3" name="Google Shape;306;p54">
            <a:extLst>
              <a:ext uri="{FF2B5EF4-FFF2-40B4-BE49-F238E27FC236}">
                <a16:creationId xmlns:a16="http://schemas.microsoft.com/office/drawing/2014/main" id="{189414E1-9190-0CD1-1D2D-A93A3E30B5CD}"/>
              </a:ext>
            </a:extLst>
          </p:cNvPr>
          <p:cNvSpPr txBox="1"/>
          <p:nvPr/>
        </p:nvSpPr>
        <p:spPr>
          <a:xfrm>
            <a:off x="5641594" y="4166111"/>
            <a:ext cx="1368300" cy="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Are scores stable in time?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Google Shape;307;p54">
            <a:extLst>
              <a:ext uri="{FF2B5EF4-FFF2-40B4-BE49-F238E27FC236}">
                <a16:creationId xmlns:a16="http://schemas.microsoft.com/office/drawing/2014/main" id="{DFDF4D57-75ED-7B1D-F4D4-ED7DA6779326}"/>
              </a:ext>
            </a:extLst>
          </p:cNvPr>
          <p:cNvSpPr/>
          <p:nvPr/>
        </p:nvSpPr>
        <p:spPr>
          <a:xfrm>
            <a:off x="8780709" y="1120860"/>
            <a:ext cx="20079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Sensitivity and standardisation</a:t>
            </a:r>
            <a:endParaRPr b="1"/>
          </a:p>
        </p:txBody>
      </p:sp>
      <p:sp>
        <p:nvSpPr>
          <p:cNvPr id="25" name="Google Shape;308;p54">
            <a:extLst>
              <a:ext uri="{FF2B5EF4-FFF2-40B4-BE49-F238E27FC236}">
                <a16:creationId xmlns:a16="http://schemas.microsoft.com/office/drawing/2014/main" id="{4E0A46A7-0C00-861B-C81F-1B7608C91EC4}"/>
              </a:ext>
            </a:extLst>
          </p:cNvPr>
          <p:cNvSpPr/>
          <p:nvPr/>
        </p:nvSpPr>
        <p:spPr>
          <a:xfrm>
            <a:off x="8008951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Sensitivity</a:t>
            </a:r>
            <a:endParaRPr sz="1300"/>
          </a:p>
        </p:txBody>
      </p:sp>
      <p:sp>
        <p:nvSpPr>
          <p:cNvPr id="26" name="Google Shape;309;p54">
            <a:extLst>
              <a:ext uri="{FF2B5EF4-FFF2-40B4-BE49-F238E27FC236}">
                <a16:creationId xmlns:a16="http://schemas.microsoft.com/office/drawing/2014/main" id="{013702C7-9077-0581-70E0-FF5DDCAB94FA}"/>
              </a:ext>
            </a:extLst>
          </p:cNvPr>
          <p:cNvSpPr/>
          <p:nvPr/>
        </p:nvSpPr>
        <p:spPr>
          <a:xfrm>
            <a:off x="9837030" y="2753068"/>
            <a:ext cx="1543500" cy="111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Standardisation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310;p54">
            <a:extLst>
              <a:ext uri="{FF2B5EF4-FFF2-40B4-BE49-F238E27FC236}">
                <a16:creationId xmlns:a16="http://schemas.microsoft.com/office/drawing/2014/main" id="{B178C241-19B3-DC81-8FEC-266D3A31D58A}"/>
              </a:ext>
            </a:extLst>
          </p:cNvPr>
          <p:cNvSpPr/>
          <p:nvPr/>
        </p:nvSpPr>
        <p:spPr>
          <a:xfrm>
            <a:off x="8008957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Yes on representative samples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311;p54">
            <a:extLst>
              <a:ext uri="{FF2B5EF4-FFF2-40B4-BE49-F238E27FC236}">
                <a16:creationId xmlns:a16="http://schemas.microsoft.com/office/drawing/2014/main" id="{6CC8F18B-0724-31B4-D854-E28C754D2DD0}"/>
              </a:ext>
            </a:extLst>
          </p:cNvPr>
          <p:cNvSpPr/>
          <p:nvPr/>
        </p:nvSpPr>
        <p:spPr>
          <a:xfrm>
            <a:off x="9837036" y="5343035"/>
            <a:ext cx="1543500" cy="1262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Standardised testing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" name="Google Shape;312;p54">
            <a:extLst>
              <a:ext uri="{FF2B5EF4-FFF2-40B4-BE49-F238E27FC236}">
                <a16:creationId xmlns:a16="http://schemas.microsoft.com/office/drawing/2014/main" id="{38900087-538B-AB50-3B86-37106FBB35ED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>
            <a:off x="8780701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0" name="Google Shape;313;p54">
            <a:extLst>
              <a:ext uri="{FF2B5EF4-FFF2-40B4-BE49-F238E27FC236}">
                <a16:creationId xmlns:a16="http://schemas.microsoft.com/office/drawing/2014/main" id="{C62AABA6-29DC-E208-9AEA-34A3C22BC018}"/>
              </a:ext>
            </a:extLst>
          </p:cNvPr>
          <p:cNvSpPr txBox="1"/>
          <p:nvPr/>
        </p:nvSpPr>
        <p:spPr>
          <a:xfrm>
            <a:off x="7374510" y="4075425"/>
            <a:ext cx="1368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Are answers normally distributed?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1" name="Google Shape;314;p54">
            <a:extLst>
              <a:ext uri="{FF2B5EF4-FFF2-40B4-BE49-F238E27FC236}">
                <a16:creationId xmlns:a16="http://schemas.microsoft.com/office/drawing/2014/main" id="{0F49B78F-14EC-33CD-7452-34F2185A854C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>
            <a:off x="10608780" y="3866668"/>
            <a:ext cx="0" cy="14763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072" name="Google Shape;315;p54">
            <a:extLst>
              <a:ext uri="{FF2B5EF4-FFF2-40B4-BE49-F238E27FC236}">
                <a16:creationId xmlns:a16="http://schemas.microsoft.com/office/drawing/2014/main" id="{1780B29D-8EE7-99BA-A9CB-FC7790EC669B}"/>
              </a:ext>
            </a:extLst>
          </p:cNvPr>
          <p:cNvSpPr txBox="1"/>
          <p:nvPr/>
        </p:nvSpPr>
        <p:spPr>
          <a:xfrm>
            <a:off x="9240334" y="4130217"/>
            <a:ext cx="13683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Is each individual evaluated in the same way?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73" name="Google Shape;317;p54">
            <a:extLst>
              <a:ext uri="{FF2B5EF4-FFF2-40B4-BE49-F238E27FC236}">
                <a16:creationId xmlns:a16="http://schemas.microsoft.com/office/drawing/2014/main" id="{63087A4A-76B3-AF96-AAD7-3CAB1272D13C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1545437" y="2407306"/>
            <a:ext cx="861900" cy="3459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5" name="Google Shape;318;p54">
            <a:extLst>
              <a:ext uri="{FF2B5EF4-FFF2-40B4-BE49-F238E27FC236}">
                <a16:creationId xmlns:a16="http://schemas.microsoft.com/office/drawing/2014/main" id="{AA68C9E9-7B86-CECD-512B-9C6C5F70DCA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2407337" y="2407306"/>
            <a:ext cx="966300" cy="3459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6" name="Google Shape;319;p54">
            <a:extLst>
              <a:ext uri="{FF2B5EF4-FFF2-40B4-BE49-F238E27FC236}">
                <a16:creationId xmlns:a16="http://schemas.microsoft.com/office/drawing/2014/main" id="{C85F80F4-FD23-CC1B-39E5-965F17669074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5181898" y="2382980"/>
            <a:ext cx="914100" cy="3702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7" name="Google Shape;320;p54">
            <a:extLst>
              <a:ext uri="{FF2B5EF4-FFF2-40B4-BE49-F238E27FC236}">
                <a16:creationId xmlns:a16="http://schemas.microsoft.com/office/drawing/2014/main" id="{B9B7FD96-4794-B394-21BA-3B81E6F0C276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6095998" y="2382980"/>
            <a:ext cx="914100" cy="3702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8" name="Google Shape;321;p54">
            <a:extLst>
              <a:ext uri="{FF2B5EF4-FFF2-40B4-BE49-F238E27FC236}">
                <a16:creationId xmlns:a16="http://schemas.microsoft.com/office/drawing/2014/main" id="{049472EB-524B-EE7D-2764-EFF705C60C7F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flipH="1">
            <a:off x="8780559" y="2382960"/>
            <a:ext cx="1004100" cy="3702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9" name="Google Shape;322;p54">
            <a:extLst>
              <a:ext uri="{FF2B5EF4-FFF2-40B4-BE49-F238E27FC236}">
                <a16:creationId xmlns:a16="http://schemas.microsoft.com/office/drawing/2014/main" id="{B8A818FB-E294-4611-C04E-F800553B77C1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9784659" y="2382960"/>
            <a:ext cx="824100" cy="370200"/>
          </a:xfrm>
          <a:prstGeom prst="straightConnector1">
            <a:avLst/>
          </a:prstGeom>
          <a:noFill/>
          <a:ln w="9525" cap="flat" cmpd="sng">
            <a:solidFill>
              <a:srgbClr val="00829C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5374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950" y="0"/>
            <a:ext cx="938411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84EF-4276-89C4-4156-48C76CBE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FCDE7450-2315-B950-E737-E32A36C56F11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collect psychological data, you can either use already valid psychometric questionnaire, or validate your own questionnaire</a:t>
            </a:r>
          </a:p>
        </p:txBody>
      </p:sp>
    </p:spTree>
    <p:extLst>
      <p:ext uri="{BB962C8B-B14F-4D97-AF65-F5344CB8AC3E}">
        <p14:creationId xmlns:p14="http://schemas.microsoft.com/office/powerpoint/2010/main" val="3127712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F726-A0CD-4FA4-7F1B-90312F8C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FAE32D20-1DDC-8CEC-5BB4-5D1BB73B3C63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our case, we will suppose that the variables of the European Values Study are valid</a:t>
            </a:r>
          </a:p>
        </p:txBody>
      </p:sp>
    </p:spTree>
    <p:extLst>
      <p:ext uri="{BB962C8B-B14F-4D97-AF65-F5344CB8AC3E}">
        <p14:creationId xmlns:p14="http://schemas.microsoft.com/office/powerpoint/2010/main" val="3575741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79DC-7AD5-2602-53AF-40B2EEED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483E26F3-5504-D87F-64FA-D329AF382DF9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However, if you create indices regrouping several variables, it is relevant to evaluate the internal consistency (reliability) of your scale!</a:t>
            </a:r>
          </a:p>
        </p:txBody>
      </p:sp>
    </p:spTree>
    <p:extLst>
      <p:ext uri="{BB962C8B-B14F-4D97-AF65-F5344CB8AC3E}">
        <p14:creationId xmlns:p14="http://schemas.microsoft.com/office/powerpoint/2010/main" val="1122047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3CB5-18ED-F85E-9C60-C8D66906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E8DA8403-8EDA-8F06-1EBE-FFFAA0E4771A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me show</a:t>
            </a:r>
            <a:r>
              <a:rPr lang="fr-FR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200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</a:t>
            </a:r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first steps of my own toy project!</a:t>
            </a:r>
          </a:p>
        </p:txBody>
      </p:sp>
    </p:spTree>
    <p:extLst>
      <p:ext uri="{BB962C8B-B14F-4D97-AF65-F5344CB8AC3E}">
        <p14:creationId xmlns:p14="http://schemas.microsoft.com/office/powerpoint/2010/main" val="1104979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0320-7EA7-DFB8-7E86-960A85C9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DF527B61-1E29-72A9-6187-5FC92EA53D87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Now, your turn!</a:t>
            </a:r>
          </a:p>
        </p:txBody>
      </p:sp>
    </p:spTree>
    <p:extLst>
      <p:ext uri="{BB962C8B-B14F-4D97-AF65-F5344CB8AC3E}">
        <p14:creationId xmlns:p14="http://schemas.microsoft.com/office/powerpoint/2010/main" val="3882666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6A31-39B1-4791-9634-9D58E56A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80;p38">
            <a:extLst>
              <a:ext uri="{FF2B5EF4-FFF2-40B4-BE49-F238E27FC236}">
                <a16:creationId xmlns:a16="http://schemas.microsoft.com/office/drawing/2014/main" id="{3F4803C0-584C-299D-C036-70955EF20141}"/>
              </a:ext>
            </a:extLst>
          </p:cNvPr>
          <p:cNvSpPr txBox="1">
            <a:spLocks/>
          </p:cNvSpPr>
          <p:nvPr/>
        </p:nvSpPr>
        <p:spPr>
          <a:xfrm>
            <a:off x="950799" y="1643990"/>
            <a:ext cx="10290401" cy="3570020"/>
          </a:xfrm>
          <a:prstGeom prst="rect">
            <a:avLst/>
          </a:prstGeom>
          <a:noFill/>
          <a:ln>
            <a:noFill/>
          </a:ln>
          <a:effectLst>
            <a:outerShdw dist="47623" dir="2819977" algn="tl">
              <a:srgbClr val="000000">
                <a:alpha val="10000"/>
              </a:srgbClr>
            </a:outerShdw>
          </a:effectLst>
        </p:spPr>
        <p:txBody>
          <a:bodyPr vert="horz" wrap="square" lIns="121898" tIns="121898" rIns="121898" bIns="121898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2800" b="0" i="0" u="none" strike="noStrike" kern="0" cap="none" spc="0" baseline="0">
                <a:solidFill>
                  <a:srgbClr val="00829C"/>
                </a:solidFill>
                <a:uFillTx/>
                <a:latin typeface="Open Sans ExtraBold"/>
                <a:ea typeface="Open Sans ExtraBold"/>
                <a:cs typeface="Open Sans ExtraBold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wrap-up!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did you manage to do during the session? Do you have questions or uncertainties?</a:t>
            </a:r>
          </a:p>
        </p:txBody>
      </p:sp>
    </p:spTree>
    <p:extLst>
      <p:ext uri="{BB962C8B-B14F-4D97-AF65-F5344CB8AC3E}">
        <p14:creationId xmlns:p14="http://schemas.microsoft.com/office/powerpoint/2010/main" val="3043405444"/>
      </p:ext>
    </p:extLst>
  </p:cSld>
  <p:clrMapOvr>
    <a:masterClrMapping/>
  </p:clrMapOvr>
</p:sld>
</file>

<file path=ppt/theme/theme1.xml><?xml version="1.0" encoding="utf-8"?>
<a:theme xmlns:a="http://schemas.openxmlformats.org/drawingml/2006/main" name="Stress Awareness Month by Slides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540</Words>
  <Application>Microsoft Office PowerPoint</Application>
  <PresentationFormat>Grand écran</PresentationFormat>
  <Paragraphs>65</Paragraphs>
  <Slides>28</Slides>
  <Notes>28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29" baseType="lpstr">
      <vt:lpstr>Stress Awareness Month by Slidesgo</vt:lpstr>
      <vt:lpstr>Welcome to the Causal Statistics for Treatment Models TD – S2 </vt:lpstr>
      <vt:lpstr>Step 1: Brainstorm 10 research questions using available variables</vt:lpstr>
      <vt:lpstr>Step 2: Rate these questions and choose one of them</vt:lpstr>
      <vt:lpstr>Step 3: Generate predictions regarding your chosen research question</vt:lpstr>
      <vt:lpstr>Step 4: Define which variables will be used</vt:lpstr>
      <vt:lpstr>Step 5: Define which other confounding variables could impact your analysis</vt:lpstr>
      <vt:lpstr>Step 6: Clean and prepare your data </vt:lpstr>
      <vt:lpstr>Step 7 (optional): Validate your psychometric scales</vt:lpstr>
      <vt:lpstr>Présentation PowerPoint</vt:lpstr>
      <vt:lpstr>Step 7 (optional): Validate your psychometric scales</vt:lpstr>
      <vt:lpstr>Présentation PowerPoint</vt:lpstr>
      <vt:lpstr>At the origin of personality psychology</vt:lpstr>
      <vt:lpstr>The sixteen personality factors questionnaire</vt:lpstr>
      <vt:lpstr>From 16 to 5 factors</vt:lpstr>
      <vt:lpstr>The Five Factor Model (Big Five)</vt:lpstr>
      <vt:lpstr>The structure of personality</vt:lpstr>
      <vt:lpstr>Présentation PowerPoint</vt:lpstr>
      <vt:lpstr>Présentation PowerPoint</vt:lpstr>
      <vt:lpstr>Présentation PowerPoint</vt:lpstr>
      <vt:lpstr>Présentation PowerPoint</vt:lpstr>
      <vt:lpstr>Psychometric criteria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Causal Statistics for Treatment Models TD </dc:title>
  <dc:creator>Thomas Beuchot</dc:creator>
  <cp:lastModifiedBy>Thomas Beuchot</cp:lastModifiedBy>
  <cp:revision>3</cp:revision>
  <dcterms:created xsi:type="dcterms:W3CDTF">2025-01-16T15:01:21Z</dcterms:created>
  <dcterms:modified xsi:type="dcterms:W3CDTF">2025-02-13T07:17:04Z</dcterms:modified>
</cp:coreProperties>
</file>