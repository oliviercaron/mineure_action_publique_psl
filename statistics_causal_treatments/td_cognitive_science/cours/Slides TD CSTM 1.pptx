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15" r:id="rId2"/>
    <p:sldId id="376" r:id="rId3"/>
    <p:sldId id="340" r:id="rId4"/>
    <p:sldId id="355" r:id="rId5"/>
    <p:sldId id="354" r:id="rId6"/>
    <p:sldId id="349" r:id="rId7"/>
    <p:sldId id="356" r:id="rId8"/>
    <p:sldId id="357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9" r:id="rId19"/>
    <p:sldId id="368" r:id="rId20"/>
    <p:sldId id="371" r:id="rId21"/>
    <p:sldId id="370" r:id="rId22"/>
    <p:sldId id="372" r:id="rId23"/>
    <p:sldId id="373" r:id="rId24"/>
    <p:sldId id="350" r:id="rId25"/>
    <p:sldId id="374" r:id="rId26"/>
    <p:sldId id="377" r:id="rId27"/>
    <p:sldId id="375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euchot" userId="f4d683cade09c368" providerId="LiveId" clId="{B1A238A9-B141-4BEA-BD44-79868FF21531}"/>
    <pc:docChg chg="addSld delSld modSld">
      <pc:chgData name="Thomas Beuchot" userId="f4d683cade09c368" providerId="LiveId" clId="{B1A238A9-B141-4BEA-BD44-79868FF21531}" dt="2025-02-07T14:46:22.182" v="107" actId="47"/>
      <pc:docMkLst>
        <pc:docMk/>
      </pc:docMkLst>
      <pc:sldChg chg="add del">
        <pc:chgData name="Thomas Beuchot" userId="f4d683cade09c368" providerId="LiveId" clId="{B1A238A9-B141-4BEA-BD44-79868FF21531}" dt="2025-02-07T14:46:12.529" v="71" actId="47"/>
        <pc:sldMkLst>
          <pc:docMk/>
          <pc:sldMk cId="0" sldId="263"/>
        </pc:sldMkLst>
      </pc:sldChg>
      <pc:sldChg chg="add del">
        <pc:chgData name="Thomas Beuchot" userId="f4d683cade09c368" providerId="LiveId" clId="{B1A238A9-B141-4BEA-BD44-79868FF21531}" dt="2025-02-07T14:46:12.657" v="72" actId="47"/>
        <pc:sldMkLst>
          <pc:docMk/>
          <pc:sldMk cId="0" sldId="264"/>
        </pc:sldMkLst>
      </pc:sldChg>
      <pc:sldChg chg="add del">
        <pc:chgData name="Thomas Beuchot" userId="f4d683cade09c368" providerId="LiveId" clId="{B1A238A9-B141-4BEA-BD44-79868FF21531}" dt="2025-02-07T14:46:12.803" v="73" actId="47"/>
        <pc:sldMkLst>
          <pc:docMk/>
          <pc:sldMk cId="0" sldId="265"/>
        </pc:sldMkLst>
      </pc:sldChg>
      <pc:sldChg chg="add del">
        <pc:chgData name="Thomas Beuchot" userId="f4d683cade09c368" providerId="LiveId" clId="{B1A238A9-B141-4BEA-BD44-79868FF21531}" dt="2025-02-07T14:46:12.939" v="74" actId="47"/>
        <pc:sldMkLst>
          <pc:docMk/>
          <pc:sldMk cId="0" sldId="266"/>
        </pc:sldMkLst>
      </pc:sldChg>
      <pc:sldChg chg="add del">
        <pc:chgData name="Thomas Beuchot" userId="f4d683cade09c368" providerId="LiveId" clId="{B1A238A9-B141-4BEA-BD44-79868FF21531}" dt="2025-02-07T14:46:13.079" v="75" actId="47"/>
        <pc:sldMkLst>
          <pc:docMk/>
          <pc:sldMk cId="0" sldId="267"/>
        </pc:sldMkLst>
      </pc:sldChg>
      <pc:sldChg chg="add del">
        <pc:chgData name="Thomas Beuchot" userId="f4d683cade09c368" providerId="LiveId" clId="{B1A238A9-B141-4BEA-BD44-79868FF21531}" dt="2025-02-07T14:46:13.237" v="76" actId="47"/>
        <pc:sldMkLst>
          <pc:docMk/>
          <pc:sldMk cId="0" sldId="268"/>
        </pc:sldMkLst>
      </pc:sldChg>
      <pc:sldChg chg="add del">
        <pc:chgData name="Thomas Beuchot" userId="f4d683cade09c368" providerId="LiveId" clId="{B1A238A9-B141-4BEA-BD44-79868FF21531}" dt="2025-02-07T14:46:13.353" v="77" actId="47"/>
        <pc:sldMkLst>
          <pc:docMk/>
          <pc:sldMk cId="0" sldId="269"/>
        </pc:sldMkLst>
      </pc:sldChg>
      <pc:sldChg chg="add del">
        <pc:chgData name="Thomas Beuchot" userId="f4d683cade09c368" providerId="LiveId" clId="{B1A238A9-B141-4BEA-BD44-79868FF21531}" dt="2025-02-07T14:46:13.491" v="78" actId="47"/>
        <pc:sldMkLst>
          <pc:docMk/>
          <pc:sldMk cId="0" sldId="270"/>
        </pc:sldMkLst>
      </pc:sldChg>
      <pc:sldChg chg="add del">
        <pc:chgData name="Thomas Beuchot" userId="f4d683cade09c368" providerId="LiveId" clId="{B1A238A9-B141-4BEA-BD44-79868FF21531}" dt="2025-02-07T14:46:13.624" v="79" actId="47"/>
        <pc:sldMkLst>
          <pc:docMk/>
          <pc:sldMk cId="0" sldId="271"/>
        </pc:sldMkLst>
      </pc:sldChg>
      <pc:sldChg chg="add del">
        <pc:chgData name="Thomas Beuchot" userId="f4d683cade09c368" providerId="LiveId" clId="{B1A238A9-B141-4BEA-BD44-79868FF21531}" dt="2025-02-07T14:46:13.765" v="80" actId="47"/>
        <pc:sldMkLst>
          <pc:docMk/>
          <pc:sldMk cId="0" sldId="272"/>
        </pc:sldMkLst>
      </pc:sldChg>
      <pc:sldChg chg="add del">
        <pc:chgData name="Thomas Beuchot" userId="f4d683cade09c368" providerId="LiveId" clId="{B1A238A9-B141-4BEA-BD44-79868FF21531}" dt="2025-02-07T14:46:13.893" v="81" actId="47"/>
        <pc:sldMkLst>
          <pc:docMk/>
          <pc:sldMk cId="0" sldId="273"/>
        </pc:sldMkLst>
      </pc:sldChg>
      <pc:sldChg chg="add del">
        <pc:chgData name="Thomas Beuchot" userId="f4d683cade09c368" providerId="LiveId" clId="{B1A238A9-B141-4BEA-BD44-79868FF21531}" dt="2025-02-07T14:46:14.027" v="82" actId="47"/>
        <pc:sldMkLst>
          <pc:docMk/>
          <pc:sldMk cId="0" sldId="274"/>
        </pc:sldMkLst>
      </pc:sldChg>
      <pc:sldChg chg="add del">
        <pc:chgData name="Thomas Beuchot" userId="f4d683cade09c368" providerId="LiveId" clId="{B1A238A9-B141-4BEA-BD44-79868FF21531}" dt="2025-02-07T14:46:14.163" v="83" actId="47"/>
        <pc:sldMkLst>
          <pc:docMk/>
          <pc:sldMk cId="0" sldId="275"/>
        </pc:sldMkLst>
      </pc:sldChg>
      <pc:sldChg chg="add del">
        <pc:chgData name="Thomas Beuchot" userId="f4d683cade09c368" providerId="LiveId" clId="{B1A238A9-B141-4BEA-BD44-79868FF21531}" dt="2025-02-07T14:46:14.298" v="84" actId="47"/>
        <pc:sldMkLst>
          <pc:docMk/>
          <pc:sldMk cId="0" sldId="276"/>
        </pc:sldMkLst>
      </pc:sldChg>
      <pc:sldChg chg="add del">
        <pc:chgData name="Thomas Beuchot" userId="f4d683cade09c368" providerId="LiveId" clId="{B1A238A9-B141-4BEA-BD44-79868FF21531}" dt="2025-02-07T14:46:14.444" v="85" actId="47"/>
        <pc:sldMkLst>
          <pc:docMk/>
          <pc:sldMk cId="0" sldId="277"/>
        </pc:sldMkLst>
      </pc:sldChg>
      <pc:sldChg chg="add del">
        <pc:chgData name="Thomas Beuchot" userId="f4d683cade09c368" providerId="LiveId" clId="{B1A238A9-B141-4BEA-BD44-79868FF21531}" dt="2025-02-07T14:46:14.573" v="86" actId="47"/>
        <pc:sldMkLst>
          <pc:docMk/>
          <pc:sldMk cId="0" sldId="278"/>
        </pc:sldMkLst>
      </pc:sldChg>
      <pc:sldChg chg="add del">
        <pc:chgData name="Thomas Beuchot" userId="f4d683cade09c368" providerId="LiveId" clId="{B1A238A9-B141-4BEA-BD44-79868FF21531}" dt="2025-02-07T14:46:14.713" v="87" actId="47"/>
        <pc:sldMkLst>
          <pc:docMk/>
          <pc:sldMk cId="0" sldId="279"/>
        </pc:sldMkLst>
      </pc:sldChg>
      <pc:sldChg chg="add del">
        <pc:chgData name="Thomas Beuchot" userId="f4d683cade09c368" providerId="LiveId" clId="{B1A238A9-B141-4BEA-BD44-79868FF21531}" dt="2025-02-07T14:46:14.850" v="88" actId="47"/>
        <pc:sldMkLst>
          <pc:docMk/>
          <pc:sldMk cId="0" sldId="280"/>
        </pc:sldMkLst>
      </pc:sldChg>
      <pc:sldChg chg="add del">
        <pc:chgData name="Thomas Beuchot" userId="f4d683cade09c368" providerId="LiveId" clId="{B1A238A9-B141-4BEA-BD44-79868FF21531}" dt="2025-02-07T14:46:14.974" v="89" actId="47"/>
        <pc:sldMkLst>
          <pc:docMk/>
          <pc:sldMk cId="0" sldId="281"/>
        </pc:sldMkLst>
      </pc:sldChg>
      <pc:sldChg chg="add del">
        <pc:chgData name="Thomas Beuchot" userId="f4d683cade09c368" providerId="LiveId" clId="{B1A238A9-B141-4BEA-BD44-79868FF21531}" dt="2025-02-07T14:46:15.380" v="90" actId="47"/>
        <pc:sldMkLst>
          <pc:docMk/>
          <pc:sldMk cId="0" sldId="282"/>
        </pc:sldMkLst>
      </pc:sldChg>
      <pc:sldChg chg="add del">
        <pc:chgData name="Thomas Beuchot" userId="f4d683cade09c368" providerId="LiveId" clId="{B1A238A9-B141-4BEA-BD44-79868FF21531}" dt="2025-02-07T14:46:15.647" v="91" actId="47"/>
        <pc:sldMkLst>
          <pc:docMk/>
          <pc:sldMk cId="0" sldId="283"/>
        </pc:sldMkLst>
      </pc:sldChg>
      <pc:sldChg chg="add del">
        <pc:chgData name="Thomas Beuchot" userId="f4d683cade09c368" providerId="LiveId" clId="{B1A238A9-B141-4BEA-BD44-79868FF21531}" dt="2025-02-07T14:46:16.027" v="92" actId="47"/>
        <pc:sldMkLst>
          <pc:docMk/>
          <pc:sldMk cId="0" sldId="284"/>
        </pc:sldMkLst>
      </pc:sldChg>
      <pc:sldChg chg="add del">
        <pc:chgData name="Thomas Beuchot" userId="f4d683cade09c368" providerId="LiveId" clId="{B1A238A9-B141-4BEA-BD44-79868FF21531}" dt="2025-02-07T14:46:16.455" v="93" actId="47"/>
        <pc:sldMkLst>
          <pc:docMk/>
          <pc:sldMk cId="0" sldId="285"/>
        </pc:sldMkLst>
      </pc:sldChg>
      <pc:sldChg chg="add del">
        <pc:chgData name="Thomas Beuchot" userId="f4d683cade09c368" providerId="LiveId" clId="{B1A238A9-B141-4BEA-BD44-79868FF21531}" dt="2025-02-07T14:46:16.879" v="94" actId="47"/>
        <pc:sldMkLst>
          <pc:docMk/>
          <pc:sldMk cId="0" sldId="286"/>
        </pc:sldMkLst>
      </pc:sldChg>
      <pc:sldChg chg="add del">
        <pc:chgData name="Thomas Beuchot" userId="f4d683cade09c368" providerId="LiveId" clId="{B1A238A9-B141-4BEA-BD44-79868FF21531}" dt="2025-02-07T14:46:17.273" v="95" actId="47"/>
        <pc:sldMkLst>
          <pc:docMk/>
          <pc:sldMk cId="0" sldId="287"/>
        </pc:sldMkLst>
      </pc:sldChg>
      <pc:sldChg chg="add del">
        <pc:chgData name="Thomas Beuchot" userId="f4d683cade09c368" providerId="LiveId" clId="{B1A238A9-B141-4BEA-BD44-79868FF21531}" dt="2025-02-07T14:46:17.737" v="96" actId="47"/>
        <pc:sldMkLst>
          <pc:docMk/>
          <pc:sldMk cId="0" sldId="288"/>
        </pc:sldMkLst>
      </pc:sldChg>
      <pc:sldChg chg="add del">
        <pc:chgData name="Thomas Beuchot" userId="f4d683cade09c368" providerId="LiveId" clId="{B1A238A9-B141-4BEA-BD44-79868FF21531}" dt="2025-02-07T14:46:18.173" v="97" actId="47"/>
        <pc:sldMkLst>
          <pc:docMk/>
          <pc:sldMk cId="0" sldId="289"/>
        </pc:sldMkLst>
      </pc:sldChg>
      <pc:sldChg chg="add del">
        <pc:chgData name="Thomas Beuchot" userId="f4d683cade09c368" providerId="LiveId" clId="{B1A238A9-B141-4BEA-BD44-79868FF21531}" dt="2025-02-07T14:46:18.681" v="98" actId="47"/>
        <pc:sldMkLst>
          <pc:docMk/>
          <pc:sldMk cId="0" sldId="290"/>
        </pc:sldMkLst>
      </pc:sldChg>
      <pc:sldChg chg="add del">
        <pc:chgData name="Thomas Beuchot" userId="f4d683cade09c368" providerId="LiveId" clId="{B1A238A9-B141-4BEA-BD44-79868FF21531}" dt="2025-02-07T14:46:19.082" v="99" actId="47"/>
        <pc:sldMkLst>
          <pc:docMk/>
          <pc:sldMk cId="0" sldId="291"/>
        </pc:sldMkLst>
      </pc:sldChg>
      <pc:sldChg chg="add del">
        <pc:chgData name="Thomas Beuchot" userId="f4d683cade09c368" providerId="LiveId" clId="{B1A238A9-B141-4BEA-BD44-79868FF21531}" dt="2025-02-07T14:46:19.602" v="100" actId="47"/>
        <pc:sldMkLst>
          <pc:docMk/>
          <pc:sldMk cId="0" sldId="292"/>
        </pc:sldMkLst>
      </pc:sldChg>
      <pc:sldChg chg="add del">
        <pc:chgData name="Thomas Beuchot" userId="f4d683cade09c368" providerId="LiveId" clId="{B1A238A9-B141-4BEA-BD44-79868FF21531}" dt="2025-02-07T14:46:19.981" v="101" actId="47"/>
        <pc:sldMkLst>
          <pc:docMk/>
          <pc:sldMk cId="0" sldId="293"/>
        </pc:sldMkLst>
      </pc:sldChg>
      <pc:sldChg chg="add del">
        <pc:chgData name="Thomas Beuchot" userId="f4d683cade09c368" providerId="LiveId" clId="{B1A238A9-B141-4BEA-BD44-79868FF21531}" dt="2025-02-07T14:46:20.320" v="102" actId="47"/>
        <pc:sldMkLst>
          <pc:docMk/>
          <pc:sldMk cId="0" sldId="294"/>
        </pc:sldMkLst>
      </pc:sldChg>
      <pc:sldChg chg="add del">
        <pc:chgData name="Thomas Beuchot" userId="f4d683cade09c368" providerId="LiveId" clId="{B1A238A9-B141-4BEA-BD44-79868FF21531}" dt="2025-02-07T14:46:20.651" v="103" actId="47"/>
        <pc:sldMkLst>
          <pc:docMk/>
          <pc:sldMk cId="0" sldId="295"/>
        </pc:sldMkLst>
      </pc:sldChg>
      <pc:sldChg chg="add del">
        <pc:chgData name="Thomas Beuchot" userId="f4d683cade09c368" providerId="LiveId" clId="{B1A238A9-B141-4BEA-BD44-79868FF21531}" dt="2025-02-07T14:46:21.003" v="104" actId="47"/>
        <pc:sldMkLst>
          <pc:docMk/>
          <pc:sldMk cId="0" sldId="296"/>
        </pc:sldMkLst>
      </pc:sldChg>
      <pc:sldChg chg="add del">
        <pc:chgData name="Thomas Beuchot" userId="f4d683cade09c368" providerId="LiveId" clId="{B1A238A9-B141-4BEA-BD44-79868FF21531}" dt="2025-02-07T14:46:21.463" v="105" actId="47"/>
        <pc:sldMkLst>
          <pc:docMk/>
          <pc:sldMk cId="0" sldId="297"/>
        </pc:sldMkLst>
      </pc:sldChg>
      <pc:sldChg chg="add del">
        <pc:chgData name="Thomas Beuchot" userId="f4d683cade09c368" providerId="LiveId" clId="{B1A238A9-B141-4BEA-BD44-79868FF21531}" dt="2025-02-07T14:46:21.811" v="106" actId="47"/>
        <pc:sldMkLst>
          <pc:docMk/>
          <pc:sldMk cId="0" sldId="298"/>
        </pc:sldMkLst>
      </pc:sldChg>
      <pc:sldChg chg="add del">
        <pc:chgData name="Thomas Beuchot" userId="f4d683cade09c368" providerId="LiveId" clId="{B1A238A9-B141-4BEA-BD44-79868FF21531}" dt="2025-02-07T14:46:22.182" v="107" actId="47"/>
        <pc:sldMkLst>
          <pc:docMk/>
          <pc:sldMk cId="0" sldId="299"/>
        </pc:sldMkLst>
      </pc:sldChg>
      <pc:sldChg chg="modSp add del mod">
        <pc:chgData name="Thomas Beuchot" userId="f4d683cade09c368" providerId="LiveId" clId="{B1A238A9-B141-4BEA-BD44-79868FF21531}" dt="2025-02-07T14:46:12.268" v="69" actId="47"/>
        <pc:sldMkLst>
          <pc:docMk/>
          <pc:sldMk cId="3879461476" sldId="378"/>
        </pc:sldMkLst>
      </pc:sldChg>
      <pc:sldChg chg="modSp add del mod">
        <pc:chgData name="Thomas Beuchot" userId="f4d683cade09c368" providerId="LiveId" clId="{B1A238A9-B141-4BEA-BD44-79868FF21531}" dt="2025-02-07T14:46:12.385" v="70" actId="47"/>
        <pc:sldMkLst>
          <pc:docMk/>
          <pc:sldMk cId="775896339" sldId="379"/>
        </pc:sldMkLst>
      </pc:sldChg>
      <pc:sldMasterChg chg="delSldLayout">
        <pc:chgData name="Thomas Beuchot" userId="f4d683cade09c368" providerId="LiveId" clId="{B1A238A9-B141-4BEA-BD44-79868FF21531}" dt="2025-02-07T14:46:22.182" v="107" actId="47"/>
        <pc:sldMasterMkLst>
          <pc:docMk/>
          <pc:sldMasterMk cId="2101515876" sldId="2147483660"/>
        </pc:sldMasterMkLst>
        <pc:sldLayoutChg chg="del">
          <pc:chgData name="Thomas Beuchot" userId="f4d683cade09c368" providerId="LiveId" clId="{B1A238A9-B141-4BEA-BD44-79868FF21531}" dt="2025-02-07T14:46:22.182" v="107" actId="47"/>
          <pc:sldLayoutMkLst>
            <pc:docMk/>
            <pc:sldMasterMk cId="2101515876" sldId="2147483660"/>
            <pc:sldLayoutMk cId="2906855464" sldId="2147483670"/>
          </pc:sldLayoutMkLst>
        </pc:sldLayoutChg>
        <pc:sldLayoutChg chg="del">
          <pc:chgData name="Thomas Beuchot" userId="f4d683cade09c368" providerId="LiveId" clId="{B1A238A9-B141-4BEA-BD44-79868FF21531}" dt="2025-02-07T14:46:15.380" v="90" actId="47"/>
          <pc:sldLayoutMkLst>
            <pc:docMk/>
            <pc:sldMasterMk cId="2101515876" sldId="2147483660"/>
            <pc:sldLayoutMk cId="3259295778" sldId="2147483671"/>
          </pc:sldLayoutMkLst>
        </pc:sldLayoutChg>
        <pc:sldLayoutChg chg="del">
          <pc:chgData name="Thomas Beuchot" userId="f4d683cade09c368" providerId="LiveId" clId="{B1A238A9-B141-4BEA-BD44-79868FF21531}" dt="2025-02-07T14:46:16.455" v="93" actId="47"/>
          <pc:sldLayoutMkLst>
            <pc:docMk/>
            <pc:sldMasterMk cId="2101515876" sldId="2147483660"/>
            <pc:sldLayoutMk cId="1320801402" sldId="2147483672"/>
          </pc:sldLayoutMkLst>
        </pc:sldLayoutChg>
      </pc:sldMasterChg>
    </pc:docChg>
  </pc:docChgLst>
  <pc:docChgLst>
    <pc:chgData name="Thomas Beuchot" userId="f4d683cade09c368" providerId="LiveId" clId="{8E0DBA18-C733-104B-9046-3B416CCF9B8F}"/>
    <pc:docChg chg="undo custSel modSld">
      <pc:chgData name="Thomas Beuchot" userId="f4d683cade09c368" providerId="LiveId" clId="{8E0DBA18-C733-104B-9046-3B416CCF9B8F}" dt="2025-02-06T07:19:33.043" v="3" actId="20577"/>
      <pc:docMkLst>
        <pc:docMk/>
      </pc:docMkLst>
      <pc:sldChg chg="modSp">
        <pc:chgData name="Thomas Beuchot" userId="f4d683cade09c368" providerId="LiveId" clId="{8E0DBA18-C733-104B-9046-3B416CCF9B8F}" dt="2025-02-06T07:19:33.043" v="3" actId="20577"/>
        <pc:sldMkLst>
          <pc:docMk/>
          <pc:sldMk cId="3029071102" sldId="354"/>
        </pc:sldMkLst>
        <pc:spChg chg="mod">
          <ac:chgData name="Thomas Beuchot" userId="f4d683cade09c368" providerId="LiveId" clId="{8E0DBA18-C733-104B-9046-3B416CCF9B8F}" dt="2025-02-06T07:19:33.043" v="3" actId="20577"/>
          <ac:spMkLst>
            <pc:docMk/>
            <pc:sldMk cId="3029071102" sldId="354"/>
            <ac:spMk id="2" creationId="{21710CB2-E549-5048-274F-713BFDC3B713}"/>
          </ac:spMkLst>
        </pc:spChg>
      </pc:sldChg>
      <pc:sldChg chg="modSp">
        <pc:chgData name="Thomas Beuchot" userId="f4d683cade09c368" providerId="LiveId" clId="{8E0DBA18-C733-104B-9046-3B416CCF9B8F}" dt="2025-02-06T07:19:15.769" v="2" actId="20577"/>
        <pc:sldMkLst>
          <pc:docMk/>
          <pc:sldMk cId="1839013219" sldId="356"/>
        </pc:sldMkLst>
        <pc:spChg chg="mod">
          <ac:chgData name="Thomas Beuchot" userId="f4d683cade09c368" providerId="LiveId" clId="{8E0DBA18-C733-104B-9046-3B416CCF9B8F}" dt="2025-02-06T07:19:15.769" v="2" actId="20577"/>
          <ac:spMkLst>
            <pc:docMk/>
            <pc:sldMk cId="1839013219" sldId="356"/>
            <ac:spMk id="3" creationId="{3FC49079-8BE0-0C76-7852-63E43754E9D1}"/>
          </ac:spMkLst>
        </pc:spChg>
      </pc:sldChg>
    </pc:docChg>
  </pc:docChgLst>
  <pc:docChgLst>
    <pc:chgData name="Thomas Beuchot" userId="f4d683cade09c368" providerId="LiveId" clId="{802F1900-6CF4-41E7-BD88-EEB451EFD43C}"/>
    <pc:docChg chg="undo redo custSel addSld delSld modSld">
      <pc:chgData name="Thomas Beuchot" userId="f4d683cade09c368" providerId="LiveId" clId="{802F1900-6CF4-41E7-BD88-EEB451EFD43C}" dt="2025-01-20T10:31:38.544" v="3929" actId="20577"/>
      <pc:docMkLst>
        <pc:docMk/>
      </pc:docMkLst>
      <pc:sldChg chg="delSp modSp mod">
        <pc:chgData name="Thomas Beuchot" userId="f4d683cade09c368" providerId="LiveId" clId="{802F1900-6CF4-41E7-BD88-EEB451EFD43C}" dt="2025-01-16T15:03:24.207" v="50" actId="20577"/>
        <pc:sldMkLst>
          <pc:docMk/>
          <pc:sldMk cId="0" sldId="315"/>
        </pc:sldMkLst>
        <pc:spChg chg="mod">
          <ac:chgData name="Thomas Beuchot" userId="f4d683cade09c368" providerId="LiveId" clId="{802F1900-6CF4-41E7-BD88-EEB451EFD43C}" dt="2025-01-16T15:03:24.207" v="50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modAnim">
        <pc:chgData name="Thomas Beuchot" userId="f4d683cade09c368" providerId="LiveId" clId="{802F1900-6CF4-41E7-BD88-EEB451EFD43C}" dt="2025-01-20T10:14:57.568" v="3786"/>
        <pc:sldMkLst>
          <pc:docMk/>
          <pc:sldMk cId="0" sldId="340"/>
        </pc:sldMkLst>
        <pc:spChg chg="mod">
          <ac:chgData name="Thomas Beuchot" userId="f4d683cade09c368" providerId="LiveId" clId="{802F1900-6CF4-41E7-BD88-EEB451EFD43C}" dt="2025-01-16T15:04:26.996" v="95" actId="20577"/>
          <ac:spMkLst>
            <pc:docMk/>
            <pc:sldMk cId="0" sldId="340"/>
            <ac:spMk id="2" creationId="{050DECD7-145D-6DD9-FCB4-D2410274D20A}"/>
          </ac:spMkLst>
        </pc:spChg>
        <pc:spChg chg="add mod">
          <ac:chgData name="Thomas Beuchot" userId="f4d683cade09c368" providerId="LiveId" clId="{802F1900-6CF4-41E7-BD88-EEB451EFD43C}" dt="2025-01-16T15:18:19.140" v="371" actId="113"/>
          <ac:spMkLst>
            <pc:docMk/>
            <pc:sldMk cId="0" sldId="340"/>
            <ac:spMk id="5" creationId="{F87CE512-6C78-C0DE-D588-8D3A2FF1781A}"/>
          </ac:spMkLst>
        </pc:spChg>
      </pc:sldChg>
      <pc:sldChg chg="addSp delSp modSp add del mod">
        <pc:chgData name="Thomas Beuchot" userId="f4d683cade09c368" providerId="LiveId" clId="{802F1900-6CF4-41E7-BD88-EEB451EFD43C}" dt="2025-01-20T10:15:14.489" v="3787" actId="47"/>
        <pc:sldMkLst>
          <pc:docMk/>
          <pc:sldMk cId="709495117" sldId="341"/>
        </pc:sldMkLst>
      </pc:sldChg>
      <pc:sldChg chg="addSp delSp modSp add mod modAnim">
        <pc:chgData name="Thomas Beuchot" userId="f4d683cade09c368" providerId="LiveId" clId="{802F1900-6CF4-41E7-BD88-EEB451EFD43C}" dt="2025-01-20T10:15:17.455" v="3788"/>
        <pc:sldMkLst>
          <pc:docMk/>
          <pc:sldMk cId="261873433" sldId="342"/>
        </pc:sldMkLst>
      </pc:sldChg>
      <pc:sldChg chg="add del">
        <pc:chgData name="Thomas Beuchot" userId="f4d683cade09c368" providerId="LiveId" clId="{802F1900-6CF4-41E7-BD88-EEB451EFD43C}" dt="2025-01-16T15:23:04.256" v="436"/>
        <pc:sldMkLst>
          <pc:docMk/>
          <pc:sldMk cId="605492873" sldId="342"/>
        </pc:sldMkLst>
      </pc:sldChg>
      <pc:sldChg chg="add del">
        <pc:chgData name="Thomas Beuchot" userId="f4d683cade09c368" providerId="LiveId" clId="{802F1900-6CF4-41E7-BD88-EEB451EFD43C}" dt="2025-01-16T15:23:12.514" v="438" actId="47"/>
        <pc:sldMkLst>
          <pc:docMk/>
          <pc:sldMk cId="1732327821" sldId="342"/>
        </pc:sldMkLst>
      </pc:sldChg>
      <pc:sldChg chg="addSp delSp modSp add mod">
        <pc:chgData name="Thomas Beuchot" userId="f4d683cade09c368" providerId="LiveId" clId="{802F1900-6CF4-41E7-BD88-EEB451EFD43C}" dt="2025-01-16T15:38:03.228" v="1473" actId="255"/>
        <pc:sldMkLst>
          <pc:docMk/>
          <pc:sldMk cId="4068436247" sldId="343"/>
        </pc:sldMkLst>
      </pc:sldChg>
      <pc:sldChg chg="addSp delSp modSp add mod modAnim">
        <pc:chgData name="Thomas Beuchot" userId="f4d683cade09c368" providerId="LiveId" clId="{802F1900-6CF4-41E7-BD88-EEB451EFD43C}" dt="2025-01-20T10:31:38.544" v="3929" actId="20577"/>
        <pc:sldMkLst>
          <pc:docMk/>
          <pc:sldMk cId="1632239818" sldId="344"/>
        </pc:sldMkLst>
      </pc:sldChg>
      <pc:sldChg chg="modSp add mod">
        <pc:chgData name="Thomas Beuchot" userId="f4d683cade09c368" providerId="LiveId" clId="{802F1900-6CF4-41E7-BD88-EEB451EFD43C}" dt="2025-01-16T15:38:24.956" v="1526" actId="1076"/>
        <pc:sldMkLst>
          <pc:docMk/>
          <pc:sldMk cId="1801281985" sldId="345"/>
        </pc:sldMkLst>
      </pc:sldChg>
      <pc:sldChg chg="modSp add mod">
        <pc:chgData name="Thomas Beuchot" userId="f4d683cade09c368" providerId="LiveId" clId="{802F1900-6CF4-41E7-BD88-EEB451EFD43C}" dt="2025-01-20T10:31:08.298" v="3926"/>
        <pc:sldMkLst>
          <pc:docMk/>
          <pc:sldMk cId="1138840182" sldId="346"/>
        </pc:sldMkLst>
      </pc:sldChg>
      <pc:sldChg chg="addSp delSp modSp add mod modAnim">
        <pc:chgData name="Thomas Beuchot" userId="f4d683cade09c368" providerId="LiveId" clId="{802F1900-6CF4-41E7-BD88-EEB451EFD43C}" dt="2025-01-20T10:30:47.348" v="3925" actId="20577"/>
        <pc:sldMkLst>
          <pc:docMk/>
          <pc:sldMk cId="2137667428" sldId="347"/>
        </pc:sldMkLst>
      </pc:sldChg>
      <pc:sldChg chg="addSp delSp modSp add mod">
        <pc:chgData name="Thomas Beuchot" userId="f4d683cade09c368" providerId="LiveId" clId="{802F1900-6CF4-41E7-BD88-EEB451EFD43C}" dt="2025-01-20T10:29:21.086" v="3892" actId="20577"/>
        <pc:sldMkLst>
          <pc:docMk/>
          <pc:sldMk cId="3814319893" sldId="348"/>
        </pc:sldMkLst>
      </pc:sldChg>
      <pc:sldChg chg="modSp add mod">
        <pc:chgData name="Thomas Beuchot" userId="f4d683cade09c368" providerId="LiveId" clId="{802F1900-6CF4-41E7-BD88-EEB451EFD43C}" dt="2025-01-16T15:50:32.809" v="2555" actId="20577"/>
        <pc:sldMkLst>
          <pc:docMk/>
          <pc:sldMk cId="1341060179" sldId="349"/>
        </pc:sldMkLst>
        <pc:spChg chg="mod">
          <ac:chgData name="Thomas Beuchot" userId="f4d683cade09c368" providerId="LiveId" clId="{802F1900-6CF4-41E7-BD88-EEB451EFD43C}" dt="2025-01-16T15:50:32.809" v="2555" actId="20577"/>
          <ac:spMkLst>
            <pc:docMk/>
            <pc:sldMk cId="1341060179" sldId="349"/>
            <ac:spMk id="4" creationId="{96BE532D-1491-395E-00CC-A2B09FBC3435}"/>
          </ac:spMkLst>
        </pc:spChg>
      </pc:sldChg>
      <pc:sldChg chg="modSp add mod">
        <pc:chgData name="Thomas Beuchot" userId="f4d683cade09c368" providerId="LiveId" clId="{802F1900-6CF4-41E7-BD88-EEB451EFD43C}" dt="2025-01-16T15:58:58.659" v="3554" actId="20577"/>
        <pc:sldMkLst>
          <pc:docMk/>
          <pc:sldMk cId="3140184169" sldId="350"/>
        </pc:sldMkLst>
        <pc:spChg chg="mod">
          <ac:chgData name="Thomas Beuchot" userId="f4d683cade09c368" providerId="LiveId" clId="{802F1900-6CF4-41E7-BD88-EEB451EFD43C}" dt="2025-01-16T15:58:58.659" v="3554" actId="20577"/>
          <ac:spMkLst>
            <pc:docMk/>
            <pc:sldMk cId="3140184169" sldId="350"/>
            <ac:spMk id="4" creationId="{86B50B15-E7F3-B027-F9A7-7F8317A7B7A6}"/>
          </ac:spMkLst>
        </pc:spChg>
      </pc:sldChg>
      <pc:sldChg chg="modSp add mod">
        <pc:chgData name="Thomas Beuchot" userId="f4d683cade09c368" providerId="LiveId" clId="{802F1900-6CF4-41E7-BD88-EEB451EFD43C}" dt="2025-01-20T10:26:04.872" v="3825" actId="113"/>
        <pc:sldMkLst>
          <pc:docMk/>
          <pc:sldMk cId="994990203" sldId="351"/>
        </pc:sldMkLst>
      </pc:sldChg>
      <pc:sldChg chg="addSp delSp modSp add mod">
        <pc:chgData name="Thomas Beuchot" userId="f4d683cade09c368" providerId="LiveId" clId="{802F1900-6CF4-41E7-BD88-EEB451EFD43C}" dt="2025-01-16T16:09:22.720" v="3698" actId="22"/>
        <pc:sldMkLst>
          <pc:docMk/>
          <pc:sldMk cId="1862178159" sldId="352"/>
        </pc:sldMkLst>
      </pc:sldChg>
      <pc:sldChg chg="modSp add mod">
        <pc:chgData name="Thomas Beuchot" userId="f4d683cade09c368" providerId="LiveId" clId="{802F1900-6CF4-41E7-BD88-EEB451EFD43C}" dt="2025-01-20T10:26:37.775" v="3830"/>
        <pc:sldMkLst>
          <pc:docMk/>
          <pc:sldMk cId="2595870816" sldId="353"/>
        </pc:sldMkLst>
      </pc:sldChg>
    </pc:docChg>
  </pc:docChgLst>
  <pc:docChgLst>
    <pc:chgData name="Thomas Beuchot" userId="f4d683cade09c368" providerId="LiveId" clId="{09C43000-C698-469D-B42F-A2A94C798DCD}"/>
    <pc:docChg chg="undo custSel addSld delSld modSld">
      <pc:chgData name="Thomas Beuchot" userId="f4d683cade09c368" providerId="LiveId" clId="{09C43000-C698-469D-B42F-A2A94C798DCD}" dt="2025-01-30T15:14:11.722" v="3444"/>
      <pc:docMkLst>
        <pc:docMk/>
      </pc:docMkLst>
      <pc:sldChg chg="modSp mod">
        <pc:chgData name="Thomas Beuchot" userId="f4d683cade09c368" providerId="LiveId" clId="{09C43000-C698-469D-B42F-A2A94C798DCD}" dt="2025-01-30T12:16:51.938" v="41" actId="20577"/>
        <pc:sldMkLst>
          <pc:docMk/>
          <pc:sldMk cId="0" sldId="315"/>
        </pc:sldMkLst>
        <pc:spChg chg="mod">
          <ac:chgData name="Thomas Beuchot" userId="f4d683cade09c368" providerId="LiveId" clId="{09C43000-C698-469D-B42F-A2A94C798DCD}" dt="2025-01-30T12:16:51.938" v="41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delAnim modAnim">
        <pc:chgData name="Thomas Beuchot" userId="f4d683cade09c368" providerId="LiveId" clId="{09C43000-C698-469D-B42F-A2A94C798DCD}" dt="2025-01-30T13:45:45.438" v="2527" actId="20577"/>
        <pc:sldMkLst>
          <pc:docMk/>
          <pc:sldMk cId="0" sldId="340"/>
        </pc:sldMkLst>
        <pc:spChg chg="mod">
          <ac:chgData name="Thomas Beuchot" userId="f4d683cade09c368" providerId="LiveId" clId="{09C43000-C698-469D-B42F-A2A94C798DCD}" dt="2025-01-30T12:51:33.345" v="48" actId="20577"/>
          <ac:spMkLst>
            <pc:docMk/>
            <pc:sldMk cId="0" sldId="340"/>
            <ac:spMk id="2" creationId="{050DECD7-145D-6DD9-FCB4-D2410274D20A}"/>
          </ac:spMkLst>
        </pc:spChg>
        <pc:spChg chg="add mod">
          <ac:chgData name="Thomas Beuchot" userId="f4d683cade09c368" providerId="LiveId" clId="{09C43000-C698-469D-B42F-A2A94C798DCD}" dt="2025-01-30T13:45:45.438" v="2527" actId="20577"/>
          <ac:spMkLst>
            <pc:docMk/>
            <pc:sldMk cId="0" sldId="340"/>
            <ac:spMk id="4" creationId="{1F30A04E-13DB-F3B2-3309-131C600E8DF8}"/>
          </ac:spMkLst>
        </pc:spChg>
        <pc:spChg chg="mod">
          <ac:chgData name="Thomas Beuchot" userId="f4d683cade09c368" providerId="LiveId" clId="{09C43000-C698-469D-B42F-A2A94C798DCD}" dt="2025-01-30T12:56:43.993" v="368" actId="20577"/>
          <ac:spMkLst>
            <pc:docMk/>
            <pc:sldMk cId="0" sldId="340"/>
            <ac:spMk id="5" creationId="{F87CE512-6C78-C0DE-D588-8D3A2FF1781A}"/>
          </ac:spMkLst>
        </pc:spChg>
        <pc:spChg chg="add mod">
          <ac:chgData name="Thomas Beuchot" userId="f4d683cade09c368" providerId="LiveId" clId="{09C43000-C698-469D-B42F-A2A94C798DCD}" dt="2025-01-30T12:57:03.908" v="423" actId="20577"/>
          <ac:spMkLst>
            <pc:docMk/>
            <pc:sldMk cId="0" sldId="340"/>
            <ac:spMk id="9" creationId="{59CCBCB1-5A90-90D0-5834-FA8999161CEA}"/>
          </ac:spMkLst>
        </pc:spChg>
        <pc:spChg chg="add mod">
          <ac:chgData name="Thomas Beuchot" userId="f4d683cade09c368" providerId="LiveId" clId="{09C43000-C698-469D-B42F-A2A94C798DCD}" dt="2025-01-30T12:57:35.168" v="505" actId="20577"/>
          <ac:spMkLst>
            <pc:docMk/>
            <pc:sldMk cId="0" sldId="340"/>
            <ac:spMk id="12" creationId="{E178337A-BE3A-1FD0-E3D3-14C1FA563798}"/>
          </ac:spMkLst>
        </pc:spChg>
        <pc:spChg chg="add mod">
          <ac:chgData name="Thomas Beuchot" userId="f4d683cade09c368" providerId="LiveId" clId="{09C43000-C698-469D-B42F-A2A94C798DCD}" dt="2025-01-30T12:58:31.587" v="657" actId="313"/>
          <ac:spMkLst>
            <pc:docMk/>
            <pc:sldMk cId="0" sldId="340"/>
            <ac:spMk id="13" creationId="{70368DAD-B6BF-F5F8-2D7B-4AB94F9C3450}"/>
          </ac:spMkLst>
        </pc:spChg>
        <pc:picChg chg="add mod">
          <ac:chgData name="Thomas Beuchot" userId="f4d683cade09c368" providerId="LiveId" clId="{09C43000-C698-469D-B42F-A2A94C798DCD}" dt="2025-01-30T12:53:26.655" v="183"/>
          <ac:picMkLst>
            <pc:docMk/>
            <pc:sldMk cId="0" sldId="340"/>
            <ac:picMk id="3" creationId="{592CB529-304D-F727-E29A-63CBBBAD58C0}"/>
          </ac:picMkLst>
        </pc:picChg>
      </pc:sldChg>
      <pc:sldChg chg="modSp del mod">
        <pc:chgData name="Thomas Beuchot" userId="f4d683cade09c368" providerId="LiveId" clId="{09C43000-C698-469D-B42F-A2A94C798DCD}" dt="2025-01-30T13:11:25.650" v="1220" actId="47"/>
        <pc:sldMkLst>
          <pc:docMk/>
          <pc:sldMk cId="261873433" sldId="342"/>
        </pc:sldMkLst>
      </pc:sldChg>
      <pc:sldChg chg="del">
        <pc:chgData name="Thomas Beuchot" userId="f4d683cade09c368" providerId="LiveId" clId="{09C43000-C698-469D-B42F-A2A94C798DCD}" dt="2025-01-30T13:14:52.888" v="1511" actId="47"/>
        <pc:sldMkLst>
          <pc:docMk/>
          <pc:sldMk cId="4068436247" sldId="343"/>
        </pc:sldMkLst>
      </pc:sldChg>
      <pc:sldChg chg="del">
        <pc:chgData name="Thomas Beuchot" userId="f4d683cade09c368" providerId="LiveId" clId="{09C43000-C698-469D-B42F-A2A94C798DCD}" dt="2025-01-30T13:14:52.040" v="1510" actId="47"/>
        <pc:sldMkLst>
          <pc:docMk/>
          <pc:sldMk cId="1632239818" sldId="344"/>
        </pc:sldMkLst>
      </pc:sldChg>
      <pc:sldChg chg="del">
        <pc:chgData name="Thomas Beuchot" userId="f4d683cade09c368" providerId="LiveId" clId="{09C43000-C698-469D-B42F-A2A94C798DCD}" dt="2025-01-30T13:14:54.809" v="1512" actId="47"/>
        <pc:sldMkLst>
          <pc:docMk/>
          <pc:sldMk cId="1801281985" sldId="345"/>
        </pc:sldMkLst>
      </pc:sldChg>
      <pc:sldChg chg="del">
        <pc:chgData name="Thomas Beuchot" userId="f4d683cade09c368" providerId="LiveId" clId="{09C43000-C698-469D-B42F-A2A94C798DCD}" dt="2025-01-30T13:14:55.397" v="1513" actId="47"/>
        <pc:sldMkLst>
          <pc:docMk/>
          <pc:sldMk cId="1138840182" sldId="346"/>
        </pc:sldMkLst>
      </pc:sldChg>
      <pc:sldChg chg="del">
        <pc:chgData name="Thomas Beuchot" userId="f4d683cade09c368" providerId="LiveId" clId="{09C43000-C698-469D-B42F-A2A94C798DCD}" dt="2025-01-30T13:14:56.785" v="1514" actId="47"/>
        <pc:sldMkLst>
          <pc:docMk/>
          <pc:sldMk cId="2137667428" sldId="347"/>
        </pc:sldMkLst>
      </pc:sldChg>
      <pc:sldChg chg="del">
        <pc:chgData name="Thomas Beuchot" userId="f4d683cade09c368" providerId="LiveId" clId="{09C43000-C698-469D-B42F-A2A94C798DCD}" dt="2025-01-30T13:15:03.482" v="1515" actId="47"/>
        <pc:sldMkLst>
          <pc:docMk/>
          <pc:sldMk cId="3814319893" sldId="348"/>
        </pc:sldMkLst>
      </pc:sldChg>
      <pc:sldChg chg="modSp mod">
        <pc:chgData name="Thomas Beuchot" userId="f4d683cade09c368" providerId="LiveId" clId="{09C43000-C698-469D-B42F-A2A94C798DCD}" dt="2025-01-30T13:15:46.775" v="1583" actId="20577"/>
        <pc:sldMkLst>
          <pc:docMk/>
          <pc:sldMk cId="1341060179" sldId="349"/>
        </pc:sldMkLst>
        <pc:spChg chg="mod">
          <ac:chgData name="Thomas Beuchot" userId="f4d683cade09c368" providerId="LiveId" clId="{09C43000-C698-469D-B42F-A2A94C798DCD}" dt="2025-01-30T13:15:46.775" v="1583" actId="20577"/>
          <ac:spMkLst>
            <pc:docMk/>
            <pc:sldMk cId="1341060179" sldId="349"/>
            <ac:spMk id="4" creationId="{96BE532D-1491-395E-00CC-A2B09FBC3435}"/>
          </ac:spMkLst>
        </pc:spChg>
      </pc:sldChg>
      <pc:sldChg chg="modSp mod">
        <pc:chgData name="Thomas Beuchot" userId="f4d683cade09c368" providerId="LiveId" clId="{09C43000-C698-469D-B42F-A2A94C798DCD}" dt="2025-01-30T14:01:40.287" v="2911" actId="20577"/>
        <pc:sldMkLst>
          <pc:docMk/>
          <pc:sldMk cId="3140184169" sldId="350"/>
        </pc:sldMkLst>
        <pc:spChg chg="mod">
          <ac:chgData name="Thomas Beuchot" userId="f4d683cade09c368" providerId="LiveId" clId="{09C43000-C698-469D-B42F-A2A94C798DCD}" dt="2025-01-30T14:01:40.287" v="2911" actId="20577"/>
          <ac:spMkLst>
            <pc:docMk/>
            <pc:sldMk cId="3140184169" sldId="350"/>
            <ac:spMk id="4" creationId="{86B50B15-E7F3-B027-F9A7-7F8317A7B7A6}"/>
          </ac:spMkLst>
        </pc:spChg>
      </pc:sldChg>
      <pc:sldChg chg="del">
        <pc:chgData name="Thomas Beuchot" userId="f4d683cade09c368" providerId="LiveId" clId="{09C43000-C698-469D-B42F-A2A94C798DCD}" dt="2025-01-30T15:08:34.773" v="3287" actId="47"/>
        <pc:sldMkLst>
          <pc:docMk/>
          <pc:sldMk cId="994990203" sldId="351"/>
        </pc:sldMkLst>
      </pc:sldChg>
      <pc:sldChg chg="del">
        <pc:chgData name="Thomas Beuchot" userId="f4d683cade09c368" providerId="LiveId" clId="{09C43000-C698-469D-B42F-A2A94C798DCD}" dt="2025-01-30T14:04:35.820" v="3282" actId="47"/>
        <pc:sldMkLst>
          <pc:docMk/>
          <pc:sldMk cId="1862178159" sldId="352"/>
        </pc:sldMkLst>
      </pc:sldChg>
      <pc:sldChg chg="del">
        <pc:chgData name="Thomas Beuchot" userId="f4d683cade09c368" providerId="LiveId" clId="{09C43000-C698-469D-B42F-A2A94C798DCD}" dt="2025-01-30T15:08:35.408" v="3288" actId="47"/>
        <pc:sldMkLst>
          <pc:docMk/>
          <pc:sldMk cId="2595870816" sldId="353"/>
        </pc:sldMkLst>
      </pc:sldChg>
      <pc:sldChg chg="add del">
        <pc:chgData name="Thomas Beuchot" userId="f4d683cade09c368" providerId="LiveId" clId="{09C43000-C698-469D-B42F-A2A94C798DCD}" dt="2025-01-30T12:58:38.885" v="658" actId="47"/>
        <pc:sldMkLst>
          <pc:docMk/>
          <pc:sldMk cId="2532302436" sldId="354"/>
        </pc:sldMkLst>
      </pc:sldChg>
      <pc:sldChg chg="modSp add mod">
        <pc:chgData name="Thomas Beuchot" userId="f4d683cade09c368" providerId="LiveId" clId="{09C43000-C698-469D-B42F-A2A94C798DCD}" dt="2025-01-30T13:21:49.999" v="2011" actId="20577"/>
        <pc:sldMkLst>
          <pc:docMk/>
          <pc:sldMk cId="3029071102" sldId="354"/>
        </pc:sldMkLst>
        <pc:spChg chg="mod">
          <ac:chgData name="Thomas Beuchot" userId="f4d683cade09c368" providerId="LiveId" clId="{09C43000-C698-469D-B42F-A2A94C798DCD}" dt="2025-01-30T13:11:37.806" v="1233" actId="6549"/>
          <ac:spMkLst>
            <pc:docMk/>
            <pc:sldMk cId="3029071102" sldId="354"/>
            <ac:spMk id="2" creationId="{21710CB2-E549-5048-274F-713BFDC3B713}"/>
          </ac:spMkLst>
        </pc:spChg>
        <pc:spChg chg="mod">
          <ac:chgData name="Thomas Beuchot" userId="f4d683cade09c368" providerId="LiveId" clId="{09C43000-C698-469D-B42F-A2A94C798DCD}" dt="2025-01-30T13:21:49.999" v="2011" actId="20577"/>
          <ac:spMkLst>
            <pc:docMk/>
            <pc:sldMk cId="3029071102" sldId="354"/>
            <ac:spMk id="3" creationId="{27CD0F2C-9347-058B-50B7-8293D01E2E86}"/>
          </ac:spMkLst>
        </pc:spChg>
      </pc:sldChg>
      <pc:sldChg chg="modSp add del mod">
        <pc:chgData name="Thomas Beuchot" userId="f4d683cade09c368" providerId="LiveId" clId="{09C43000-C698-469D-B42F-A2A94C798DCD}" dt="2025-01-30T12:59:31.223" v="671" actId="47"/>
        <pc:sldMkLst>
          <pc:docMk/>
          <pc:sldMk cId="1435655206" sldId="355"/>
        </pc:sldMkLst>
      </pc:sldChg>
      <pc:sldChg chg="addSp delSp modSp add mod delAnim modAnim">
        <pc:chgData name="Thomas Beuchot" userId="f4d683cade09c368" providerId="LiveId" clId="{09C43000-C698-469D-B42F-A2A94C798DCD}" dt="2025-01-30T13:11:16.875" v="1219"/>
        <pc:sldMkLst>
          <pc:docMk/>
          <pc:sldMk cId="2662242035" sldId="355"/>
        </pc:sldMkLst>
        <pc:spChg chg="mod">
          <ac:chgData name="Thomas Beuchot" userId="f4d683cade09c368" providerId="LiveId" clId="{09C43000-C698-469D-B42F-A2A94C798DCD}" dt="2025-01-30T13:00:06.268" v="693" actId="20577"/>
          <ac:spMkLst>
            <pc:docMk/>
            <pc:sldMk cId="2662242035" sldId="355"/>
            <ac:spMk id="2" creationId="{663D3C3F-8F12-6DCB-F3A5-BE6DF3E39183}"/>
          </ac:spMkLst>
        </pc:spChg>
        <pc:spChg chg="add mod">
          <ac:chgData name="Thomas Beuchot" userId="f4d683cade09c368" providerId="LiveId" clId="{09C43000-C698-469D-B42F-A2A94C798DCD}" dt="2025-01-30T13:01:19.765" v="790" actId="20577"/>
          <ac:spMkLst>
            <pc:docMk/>
            <pc:sldMk cId="2662242035" sldId="355"/>
            <ac:spMk id="3" creationId="{DEBE5D25-7C4A-CAA4-A57D-460E2708FCD4}"/>
          </ac:spMkLst>
        </pc:spChg>
        <pc:spChg chg="add mod">
          <ac:chgData name="Thomas Beuchot" userId="f4d683cade09c368" providerId="LiveId" clId="{09C43000-C698-469D-B42F-A2A94C798DCD}" dt="2025-01-30T13:01:36.320" v="817" actId="20577"/>
          <ac:spMkLst>
            <pc:docMk/>
            <pc:sldMk cId="2662242035" sldId="355"/>
            <ac:spMk id="6" creationId="{A0BD3C4B-09D7-5588-A5DB-5A06E811CCC5}"/>
          </ac:spMkLst>
        </pc:spChg>
        <pc:spChg chg="add mod">
          <ac:chgData name="Thomas Beuchot" userId="f4d683cade09c368" providerId="LiveId" clId="{09C43000-C698-469D-B42F-A2A94C798DCD}" dt="2025-01-30T13:08:05.147" v="986" actId="20577"/>
          <ac:spMkLst>
            <pc:docMk/>
            <pc:sldMk cId="2662242035" sldId="355"/>
            <ac:spMk id="7" creationId="{EBE1D077-423D-A1DD-0DBF-86E859D7F83A}"/>
          </ac:spMkLst>
        </pc:spChg>
        <pc:spChg chg="add mod">
          <ac:chgData name="Thomas Beuchot" userId="f4d683cade09c368" providerId="LiveId" clId="{09C43000-C698-469D-B42F-A2A94C798DCD}" dt="2025-01-30T13:08:11.236" v="1010" actId="20577"/>
          <ac:spMkLst>
            <pc:docMk/>
            <pc:sldMk cId="2662242035" sldId="355"/>
            <ac:spMk id="8" creationId="{2501423F-B7B5-2190-C240-38E407256F40}"/>
          </ac:spMkLst>
        </pc:spChg>
        <pc:spChg chg="add mod">
          <ac:chgData name="Thomas Beuchot" userId="f4d683cade09c368" providerId="LiveId" clId="{09C43000-C698-469D-B42F-A2A94C798DCD}" dt="2025-01-30T13:08:48.913" v="1068" actId="20577"/>
          <ac:spMkLst>
            <pc:docMk/>
            <pc:sldMk cId="2662242035" sldId="355"/>
            <ac:spMk id="9" creationId="{B4F2028F-A238-A7D3-E737-63626A3EC3B9}"/>
          </ac:spMkLst>
        </pc:spChg>
        <pc:spChg chg="add mod">
          <ac:chgData name="Thomas Beuchot" userId="f4d683cade09c368" providerId="LiveId" clId="{09C43000-C698-469D-B42F-A2A94C798DCD}" dt="2025-01-30T13:10:29.110" v="1137" actId="20577"/>
          <ac:spMkLst>
            <pc:docMk/>
            <pc:sldMk cId="2662242035" sldId="355"/>
            <ac:spMk id="10" creationId="{E62A0791-992A-6F5C-70A9-4E9AA2A51B55}"/>
          </ac:spMkLst>
        </pc:spChg>
        <pc:spChg chg="add mod">
          <ac:chgData name="Thomas Beuchot" userId="f4d683cade09c368" providerId="LiveId" clId="{09C43000-C698-469D-B42F-A2A94C798DCD}" dt="2025-01-30T13:10:47.336" v="1183" actId="20577"/>
          <ac:spMkLst>
            <pc:docMk/>
            <pc:sldMk cId="2662242035" sldId="355"/>
            <ac:spMk id="11" creationId="{475FCDA1-67F9-B6B1-7C0D-9F783F102BE8}"/>
          </ac:spMkLst>
        </pc:spChg>
        <pc:spChg chg="add mod">
          <ac:chgData name="Thomas Beuchot" userId="f4d683cade09c368" providerId="LiveId" clId="{09C43000-C698-469D-B42F-A2A94C798DCD}" dt="2025-01-30T13:11:04.274" v="1216" actId="20577"/>
          <ac:spMkLst>
            <pc:docMk/>
            <pc:sldMk cId="2662242035" sldId="355"/>
            <ac:spMk id="12" creationId="{FB0AC508-67B7-7DB6-2B7C-94CC8FE0EBF3}"/>
          </ac:spMkLst>
        </pc:spChg>
        <pc:spChg chg="add mod">
          <ac:chgData name="Thomas Beuchot" userId="f4d683cade09c368" providerId="LiveId" clId="{09C43000-C698-469D-B42F-A2A94C798DCD}" dt="2025-01-30T13:11:08.028" v="1217"/>
          <ac:spMkLst>
            <pc:docMk/>
            <pc:sldMk cId="2662242035" sldId="355"/>
            <ac:spMk id="13" creationId="{DFA33F38-CB16-8BE3-A403-EAB7A255BC6E}"/>
          </ac:spMkLst>
        </pc:spChg>
        <pc:spChg chg="add mod">
          <ac:chgData name="Thomas Beuchot" userId="f4d683cade09c368" providerId="LiveId" clId="{09C43000-C698-469D-B42F-A2A94C798DCD}" dt="2025-01-30T13:11:11.220" v="1218"/>
          <ac:spMkLst>
            <pc:docMk/>
            <pc:sldMk cId="2662242035" sldId="355"/>
            <ac:spMk id="14" creationId="{60D2BE3A-52E0-0187-F909-2D114BFB7E59}"/>
          </ac:spMkLst>
        </pc:spChg>
        <pc:spChg chg="add mod">
          <ac:chgData name="Thomas Beuchot" userId="f4d683cade09c368" providerId="LiveId" clId="{09C43000-C698-469D-B42F-A2A94C798DCD}" dt="2025-01-30T13:11:16.875" v="1219"/>
          <ac:spMkLst>
            <pc:docMk/>
            <pc:sldMk cId="2662242035" sldId="355"/>
            <ac:spMk id="15" creationId="{646DBF72-7EF9-AC74-DB89-48B5075C1425}"/>
          </ac:spMkLst>
        </pc:spChg>
      </pc:sldChg>
      <pc:sldChg chg="addSp delSp modSp add mod modAnim">
        <pc:chgData name="Thomas Beuchot" userId="f4d683cade09c368" providerId="LiveId" clId="{09C43000-C698-469D-B42F-A2A94C798DCD}" dt="2025-01-30T13:18:19.950" v="1897" actId="1076"/>
        <pc:sldMkLst>
          <pc:docMk/>
          <pc:sldMk cId="1839013219" sldId="356"/>
        </pc:sldMkLst>
        <pc:spChg chg="mod">
          <ac:chgData name="Thomas Beuchot" userId="f4d683cade09c368" providerId="LiveId" clId="{09C43000-C698-469D-B42F-A2A94C798DCD}" dt="2025-01-30T13:16:03.617" v="1623" actId="20577"/>
          <ac:spMkLst>
            <pc:docMk/>
            <pc:sldMk cId="1839013219" sldId="356"/>
            <ac:spMk id="2" creationId="{01788FB7-90B1-EF64-E0F3-65CE6681A661}"/>
          </ac:spMkLst>
        </pc:spChg>
        <pc:spChg chg="add mod">
          <ac:chgData name="Thomas Beuchot" userId="f4d683cade09c368" providerId="LiveId" clId="{09C43000-C698-469D-B42F-A2A94C798DCD}" dt="2025-01-30T13:18:19.950" v="1897" actId="1076"/>
          <ac:spMkLst>
            <pc:docMk/>
            <pc:sldMk cId="1839013219" sldId="356"/>
            <ac:spMk id="3" creationId="{3FC49079-8BE0-0C76-7852-63E43754E9D1}"/>
          </ac:spMkLst>
        </pc:spChg>
        <pc:picChg chg="add mod">
          <ac:chgData name="Thomas Beuchot" userId="f4d683cade09c368" providerId="LiveId" clId="{09C43000-C698-469D-B42F-A2A94C798DCD}" dt="2025-01-30T13:16:41.553" v="1625" actId="1076"/>
          <ac:picMkLst>
            <pc:docMk/>
            <pc:sldMk cId="1839013219" sldId="356"/>
            <ac:picMk id="1026" creationId="{93386C89-BC48-269A-D8C5-008BE65181F6}"/>
          </ac:picMkLst>
        </pc:picChg>
      </pc:sldChg>
      <pc:sldChg chg="addSp delSp modSp add mod delAnim modNotesTx">
        <pc:chgData name="Thomas Beuchot" userId="f4d683cade09c368" providerId="LiveId" clId="{09C43000-C698-469D-B42F-A2A94C798DCD}" dt="2025-01-30T13:25:13.202" v="2125" actId="113"/>
        <pc:sldMkLst>
          <pc:docMk/>
          <pc:sldMk cId="1794088714" sldId="357"/>
        </pc:sldMkLst>
        <pc:spChg chg="mod">
          <ac:chgData name="Thomas Beuchot" userId="f4d683cade09c368" providerId="LiveId" clId="{09C43000-C698-469D-B42F-A2A94C798DCD}" dt="2025-01-30T13:23:15.825" v="2106" actId="20577"/>
          <ac:spMkLst>
            <pc:docMk/>
            <pc:sldMk cId="1794088714" sldId="357"/>
            <ac:spMk id="2" creationId="{166D8462-CF01-2B86-6B23-EDCCB1CFB031}"/>
          </ac:spMkLst>
        </pc:spChg>
        <pc:picChg chg="add mod">
          <ac:chgData name="Thomas Beuchot" userId="f4d683cade09c368" providerId="LiveId" clId="{09C43000-C698-469D-B42F-A2A94C798DCD}" dt="2025-01-30T13:25:01.930" v="2122" actId="1076"/>
          <ac:picMkLst>
            <pc:docMk/>
            <pc:sldMk cId="1794088714" sldId="357"/>
            <ac:picMk id="2052" creationId="{916CBE0B-B328-E1DF-448A-7DDBF854ADED}"/>
          </ac:picMkLst>
        </pc:picChg>
      </pc:sldChg>
      <pc:sldChg chg="delSp new del mod">
        <pc:chgData name="Thomas Beuchot" userId="f4d683cade09c368" providerId="LiveId" clId="{09C43000-C698-469D-B42F-A2A94C798DCD}" dt="2025-01-30T13:25:39.021" v="2130" actId="47"/>
        <pc:sldMkLst>
          <pc:docMk/>
          <pc:sldMk cId="3799892099" sldId="358"/>
        </pc:sldMkLst>
      </pc:sldChg>
      <pc:sldChg chg="addSp delSp modSp add">
        <pc:chgData name="Thomas Beuchot" userId="f4d683cade09c368" providerId="LiveId" clId="{09C43000-C698-469D-B42F-A2A94C798DCD}" dt="2025-01-30T13:28:39.034" v="2135"/>
        <pc:sldMkLst>
          <pc:docMk/>
          <pc:sldMk cId="333262650" sldId="359"/>
        </pc:sldMkLst>
        <pc:picChg chg="add mod">
          <ac:chgData name="Thomas Beuchot" userId="f4d683cade09c368" providerId="LiveId" clId="{09C43000-C698-469D-B42F-A2A94C798DCD}" dt="2025-01-30T13:25:50.336" v="2134" actId="1076"/>
          <ac:picMkLst>
            <pc:docMk/>
            <pc:sldMk cId="333262650" sldId="359"/>
            <ac:picMk id="3074" creationId="{3EFF8D4A-9B5B-4A00-1AEE-5FF4B0021990}"/>
          </ac:picMkLst>
        </pc:picChg>
      </pc:sldChg>
      <pc:sldChg chg="addSp delSp modSp add mod modNotesTx">
        <pc:chgData name="Thomas Beuchot" userId="f4d683cade09c368" providerId="LiveId" clId="{09C43000-C698-469D-B42F-A2A94C798DCD}" dt="2025-01-30T13:28:57.803" v="2141"/>
        <pc:sldMkLst>
          <pc:docMk/>
          <pc:sldMk cId="2364501933" sldId="360"/>
        </pc:sldMkLst>
        <pc:picChg chg="add mod">
          <ac:chgData name="Thomas Beuchot" userId="f4d683cade09c368" providerId="LiveId" clId="{09C43000-C698-469D-B42F-A2A94C798DCD}" dt="2025-01-30T13:28:54.206" v="2140" actId="1076"/>
          <ac:picMkLst>
            <pc:docMk/>
            <pc:sldMk cId="2364501933" sldId="360"/>
            <ac:picMk id="4" creationId="{09E83482-0B2C-E983-EB3C-C2D072DAB686}"/>
          </ac:picMkLst>
        </pc:picChg>
      </pc:sldChg>
      <pc:sldChg chg="addSp delSp modSp add mod">
        <pc:chgData name="Thomas Beuchot" userId="f4d683cade09c368" providerId="LiveId" clId="{09C43000-C698-469D-B42F-A2A94C798DCD}" dt="2025-01-30T13:31:24.286" v="2154"/>
        <pc:sldMkLst>
          <pc:docMk/>
          <pc:sldMk cId="1371408693" sldId="361"/>
        </pc:sldMkLst>
        <pc:picChg chg="add mod">
          <ac:chgData name="Thomas Beuchot" userId="f4d683cade09c368" providerId="LiveId" clId="{09C43000-C698-469D-B42F-A2A94C798DCD}" dt="2025-01-30T13:30:38.868" v="2153" actId="1076"/>
          <ac:picMkLst>
            <pc:docMk/>
            <pc:sldMk cId="1371408693" sldId="361"/>
            <ac:picMk id="7" creationId="{28E63059-D09C-3E96-FAD1-BF9B515EA58F}"/>
          </ac:picMkLst>
        </pc:picChg>
      </pc:sldChg>
      <pc:sldChg chg="addSp delSp modSp add mod">
        <pc:chgData name="Thomas Beuchot" userId="f4d683cade09c368" providerId="LiveId" clId="{09C43000-C698-469D-B42F-A2A94C798DCD}" dt="2025-01-30T13:31:41.216" v="2160" actId="1076"/>
        <pc:sldMkLst>
          <pc:docMk/>
          <pc:sldMk cId="3764748453" sldId="362"/>
        </pc:sldMkLst>
        <pc:picChg chg="add mod">
          <ac:chgData name="Thomas Beuchot" userId="f4d683cade09c368" providerId="LiveId" clId="{09C43000-C698-469D-B42F-A2A94C798DCD}" dt="2025-01-30T13:31:41.216" v="2160" actId="1076"/>
          <ac:picMkLst>
            <pc:docMk/>
            <pc:sldMk cId="3764748453" sldId="362"/>
            <ac:picMk id="4" creationId="{D41ACF85-3B56-BDAA-EBEA-0C8FC4B6397C}"/>
          </ac:picMkLst>
        </pc:picChg>
      </pc:sldChg>
      <pc:sldChg chg="new del">
        <pc:chgData name="Thomas Beuchot" userId="f4d683cade09c368" providerId="LiveId" clId="{09C43000-C698-469D-B42F-A2A94C798DCD}" dt="2025-01-30T13:33:14.857" v="2162" actId="680"/>
        <pc:sldMkLst>
          <pc:docMk/>
          <pc:sldMk cId="2389974947" sldId="363"/>
        </pc:sldMkLst>
      </pc:sldChg>
      <pc:sldChg chg="addSp delSp modSp add mod">
        <pc:chgData name="Thomas Beuchot" userId="f4d683cade09c368" providerId="LiveId" clId="{09C43000-C698-469D-B42F-A2A94C798DCD}" dt="2025-01-30T13:33:27.880" v="2168" actId="1076"/>
        <pc:sldMkLst>
          <pc:docMk/>
          <pc:sldMk cId="2968587409" sldId="363"/>
        </pc:sldMkLst>
        <pc:picChg chg="add mod">
          <ac:chgData name="Thomas Beuchot" userId="f4d683cade09c368" providerId="LiveId" clId="{09C43000-C698-469D-B42F-A2A94C798DCD}" dt="2025-01-30T13:33:27.880" v="2168" actId="1076"/>
          <ac:picMkLst>
            <pc:docMk/>
            <pc:sldMk cId="2968587409" sldId="363"/>
            <ac:picMk id="5" creationId="{599B65E2-E9B0-3387-6CCB-EC1555A27D9D}"/>
          </ac:picMkLst>
        </pc:picChg>
      </pc:sldChg>
      <pc:sldChg chg="addSp delSp modSp add mod">
        <pc:chgData name="Thomas Beuchot" userId="f4d683cade09c368" providerId="LiveId" clId="{09C43000-C698-469D-B42F-A2A94C798DCD}" dt="2025-01-30T13:37:57.771" v="2181" actId="1076"/>
        <pc:sldMkLst>
          <pc:docMk/>
          <pc:sldMk cId="307066268" sldId="364"/>
        </pc:sldMkLst>
        <pc:picChg chg="add mod">
          <ac:chgData name="Thomas Beuchot" userId="f4d683cade09c368" providerId="LiveId" clId="{09C43000-C698-469D-B42F-A2A94C798DCD}" dt="2025-01-30T13:37:57.771" v="2181" actId="1076"/>
          <ac:picMkLst>
            <pc:docMk/>
            <pc:sldMk cId="307066268" sldId="364"/>
            <ac:picMk id="7" creationId="{736C8A6B-8262-5148-F449-541CA32F83FA}"/>
          </ac:picMkLst>
        </pc:picChg>
      </pc:sldChg>
      <pc:sldChg chg="new del">
        <pc:chgData name="Thomas Beuchot" userId="f4d683cade09c368" providerId="LiveId" clId="{09C43000-C698-469D-B42F-A2A94C798DCD}" dt="2025-01-30T13:36:41.043" v="2170" actId="680"/>
        <pc:sldMkLst>
          <pc:docMk/>
          <pc:sldMk cId="1867003355" sldId="364"/>
        </pc:sldMkLst>
      </pc:sldChg>
      <pc:sldChg chg="addSp delSp modSp add mod modNotesTx">
        <pc:chgData name="Thomas Beuchot" userId="f4d683cade09c368" providerId="LiveId" clId="{09C43000-C698-469D-B42F-A2A94C798DCD}" dt="2025-01-30T13:43:06.044" v="2416" actId="20577"/>
        <pc:sldMkLst>
          <pc:docMk/>
          <pc:sldMk cId="385569189" sldId="365"/>
        </pc:sldMkLst>
        <pc:picChg chg="add mod">
          <ac:chgData name="Thomas Beuchot" userId="f4d683cade09c368" providerId="LiveId" clId="{09C43000-C698-469D-B42F-A2A94C798DCD}" dt="2025-01-30T13:41:23.686" v="2192" actId="1076"/>
          <ac:picMkLst>
            <pc:docMk/>
            <pc:sldMk cId="385569189" sldId="365"/>
            <ac:picMk id="4" creationId="{6EF58C3D-F259-4B78-3415-9BAF1DFCE9AD}"/>
          </ac:picMkLst>
        </pc:picChg>
      </pc:sldChg>
      <pc:sldChg chg="modSp add mod">
        <pc:chgData name="Thomas Beuchot" userId="f4d683cade09c368" providerId="LiveId" clId="{09C43000-C698-469D-B42F-A2A94C798DCD}" dt="2025-01-30T13:42:22.814" v="2307" actId="20577"/>
        <pc:sldMkLst>
          <pc:docMk/>
          <pc:sldMk cId="1745301999" sldId="366"/>
        </pc:sldMkLst>
        <pc:spChg chg="mod">
          <ac:chgData name="Thomas Beuchot" userId="f4d683cade09c368" providerId="LiveId" clId="{09C43000-C698-469D-B42F-A2A94C798DCD}" dt="2025-01-30T13:42:22.814" v="2307" actId="20577"/>
          <ac:spMkLst>
            <pc:docMk/>
            <pc:sldMk cId="1745301999" sldId="366"/>
            <ac:spMk id="4" creationId="{B97027F9-9F03-8490-3531-CF2948A41B08}"/>
          </ac:spMkLst>
        </pc:spChg>
      </pc:sldChg>
      <pc:sldChg chg="modSp add mod">
        <pc:chgData name="Thomas Beuchot" userId="f4d683cade09c368" providerId="LiveId" clId="{09C43000-C698-469D-B42F-A2A94C798DCD}" dt="2025-01-30T13:42:50.794" v="2413" actId="20577"/>
        <pc:sldMkLst>
          <pc:docMk/>
          <pc:sldMk cId="3157346002" sldId="367"/>
        </pc:sldMkLst>
        <pc:spChg chg="mod">
          <ac:chgData name="Thomas Beuchot" userId="f4d683cade09c368" providerId="LiveId" clId="{09C43000-C698-469D-B42F-A2A94C798DCD}" dt="2025-01-30T13:42:50.794" v="2413" actId="20577"/>
          <ac:spMkLst>
            <pc:docMk/>
            <pc:sldMk cId="3157346002" sldId="367"/>
            <ac:spMk id="4" creationId="{8C39B69A-AA38-FF38-AE96-1FBF15DDE594}"/>
          </ac:spMkLst>
        </pc:spChg>
      </pc:sldChg>
      <pc:sldChg chg="addSp delSp modSp add mod modAnim modNotesTx">
        <pc:chgData name="Thomas Beuchot" userId="f4d683cade09c368" providerId="LiveId" clId="{09C43000-C698-469D-B42F-A2A94C798DCD}" dt="2025-01-30T13:44:53.389" v="2514" actId="20577"/>
        <pc:sldMkLst>
          <pc:docMk/>
          <pc:sldMk cId="1833106556" sldId="368"/>
        </pc:sldMkLst>
        <pc:spChg chg="mod">
          <ac:chgData name="Thomas Beuchot" userId="f4d683cade09c368" providerId="LiveId" clId="{09C43000-C698-469D-B42F-A2A94C798DCD}" dt="2025-01-30T13:43:13.157" v="2429" actId="20577"/>
          <ac:spMkLst>
            <pc:docMk/>
            <pc:sldMk cId="1833106556" sldId="368"/>
            <ac:spMk id="2" creationId="{4C43B1B3-EB44-8BF8-305D-54DC0EF13E83}"/>
          </ac:spMkLst>
        </pc:spChg>
        <pc:spChg chg="add mod">
          <ac:chgData name="Thomas Beuchot" userId="f4d683cade09c368" providerId="LiveId" clId="{09C43000-C698-469D-B42F-A2A94C798DCD}" dt="2025-01-30T13:44:53.389" v="2514" actId="20577"/>
          <ac:spMkLst>
            <pc:docMk/>
            <pc:sldMk cId="1833106556" sldId="368"/>
            <ac:spMk id="6" creationId="{2101011D-5A9A-F564-6FB8-90BD68B7771A}"/>
          </ac:spMkLst>
        </pc:spChg>
        <pc:picChg chg="add mod">
          <ac:chgData name="Thomas Beuchot" userId="f4d683cade09c368" providerId="LiveId" clId="{09C43000-C698-469D-B42F-A2A94C798DCD}" dt="2025-01-30T13:43:54.350" v="2434" actId="1076"/>
          <ac:picMkLst>
            <pc:docMk/>
            <pc:sldMk cId="1833106556" sldId="368"/>
            <ac:picMk id="5" creationId="{675415DA-6A84-11AB-54B0-43B82998D1FC}"/>
          </ac:picMkLst>
        </pc:picChg>
      </pc:sldChg>
      <pc:sldChg chg="modSp add del mod">
        <pc:chgData name="Thomas Beuchot" userId="f4d683cade09c368" providerId="LiveId" clId="{09C43000-C698-469D-B42F-A2A94C798DCD}" dt="2025-01-30T13:45:17.923" v="2515" actId="2696"/>
        <pc:sldMkLst>
          <pc:docMk/>
          <pc:sldMk cId="2437802849" sldId="369"/>
        </pc:sldMkLst>
      </pc:sldChg>
      <pc:sldChg chg="add">
        <pc:chgData name="Thomas Beuchot" userId="f4d683cade09c368" providerId="LiveId" clId="{09C43000-C698-469D-B42F-A2A94C798DCD}" dt="2025-01-30T13:45:18.605" v="2516"/>
        <pc:sldMkLst>
          <pc:docMk/>
          <pc:sldMk cId="3827713553" sldId="369"/>
        </pc:sldMkLst>
      </pc:sldChg>
      <pc:sldChg chg="addSp delSp modSp add del mod delAnim modAnim">
        <pc:chgData name="Thomas Beuchot" userId="f4d683cade09c368" providerId="LiveId" clId="{09C43000-C698-469D-B42F-A2A94C798DCD}" dt="2025-01-30T13:57:43.107" v="2775" actId="2696"/>
        <pc:sldMkLst>
          <pc:docMk/>
          <pc:sldMk cId="264399571" sldId="370"/>
        </pc:sldMkLst>
        <pc:spChg chg="mod">
          <ac:chgData name="Thomas Beuchot" userId="f4d683cade09c368" providerId="LiveId" clId="{09C43000-C698-469D-B42F-A2A94C798DCD}" dt="2025-01-30T13:48:48.616" v="2625" actId="20577"/>
          <ac:spMkLst>
            <pc:docMk/>
            <pc:sldMk cId="264399571" sldId="370"/>
            <ac:spMk id="2" creationId="{41B44F16-B7B4-C816-1986-3DF28D7759EC}"/>
          </ac:spMkLst>
        </pc:spChg>
        <pc:spChg chg="add mod">
          <ac:chgData name="Thomas Beuchot" userId="f4d683cade09c368" providerId="LiveId" clId="{09C43000-C698-469D-B42F-A2A94C798DCD}" dt="2025-01-30T13:55:41.048" v="2669" actId="6549"/>
          <ac:spMkLst>
            <pc:docMk/>
            <pc:sldMk cId="264399571" sldId="370"/>
            <ac:spMk id="7" creationId="{41D13AFD-B939-C8D1-59AA-EE35E65C4E86}"/>
          </ac:spMkLst>
        </pc:spChg>
        <pc:picChg chg="add mod">
          <ac:chgData name="Thomas Beuchot" userId="f4d683cade09c368" providerId="LiveId" clId="{09C43000-C698-469D-B42F-A2A94C798DCD}" dt="2025-01-30T13:53:58.663" v="2636" actId="1076"/>
          <ac:picMkLst>
            <pc:docMk/>
            <pc:sldMk cId="264399571" sldId="370"/>
            <ac:picMk id="4" creationId="{AB3BC70D-59CE-B3B7-C90E-A008108A674C}"/>
          </ac:picMkLst>
        </pc:picChg>
      </pc:sldChg>
      <pc:sldChg chg="modSp add mod">
        <pc:chgData name="Thomas Beuchot" userId="f4d683cade09c368" providerId="LiveId" clId="{09C43000-C698-469D-B42F-A2A94C798DCD}" dt="2025-01-30T13:48:38.631" v="2613" actId="20577"/>
        <pc:sldMkLst>
          <pc:docMk/>
          <pc:sldMk cId="2066482127" sldId="371"/>
        </pc:sldMkLst>
        <pc:spChg chg="mod">
          <ac:chgData name="Thomas Beuchot" userId="f4d683cade09c368" providerId="LiveId" clId="{09C43000-C698-469D-B42F-A2A94C798DCD}" dt="2025-01-30T13:48:38.631" v="2613" actId="20577"/>
          <ac:spMkLst>
            <pc:docMk/>
            <pc:sldMk cId="2066482127" sldId="371"/>
            <ac:spMk id="4" creationId="{E3D74C06-306C-A906-EAEF-7215D96DECD8}"/>
          </ac:spMkLst>
        </pc:spChg>
      </pc:sldChg>
      <pc:sldChg chg="addSp delSp modSp add mod delAnim modAnim">
        <pc:chgData name="Thomas Beuchot" userId="f4d683cade09c368" providerId="LiveId" clId="{09C43000-C698-469D-B42F-A2A94C798DCD}" dt="2025-01-30T13:57:35.438" v="2773" actId="20577"/>
        <pc:sldMkLst>
          <pc:docMk/>
          <pc:sldMk cId="506113023" sldId="372"/>
        </pc:sldMkLst>
        <pc:spChg chg="add mod">
          <ac:chgData name="Thomas Beuchot" userId="f4d683cade09c368" providerId="LiveId" clId="{09C43000-C698-469D-B42F-A2A94C798DCD}" dt="2025-01-30T13:56:44.979" v="2681" actId="1582"/>
          <ac:spMkLst>
            <pc:docMk/>
            <pc:sldMk cId="506113023" sldId="372"/>
            <ac:spMk id="6" creationId="{9D128FF5-AFF7-F939-CBA9-068F2BC027AE}"/>
          </ac:spMkLst>
        </pc:spChg>
        <pc:spChg chg="add mod">
          <ac:chgData name="Thomas Beuchot" userId="f4d683cade09c368" providerId="LiveId" clId="{09C43000-C698-469D-B42F-A2A94C798DCD}" dt="2025-01-30T13:57:35.438" v="2773" actId="20577"/>
          <ac:spMkLst>
            <pc:docMk/>
            <pc:sldMk cId="506113023" sldId="372"/>
            <ac:spMk id="8" creationId="{BC69ACCD-EE7C-190C-D76B-36ACCE6A86C0}"/>
          </ac:spMkLst>
        </pc:spChg>
        <pc:picChg chg="add mod">
          <ac:chgData name="Thomas Beuchot" userId="f4d683cade09c368" providerId="LiveId" clId="{09C43000-C698-469D-B42F-A2A94C798DCD}" dt="2025-01-30T13:56:17.897" v="2677" actId="1076"/>
          <ac:picMkLst>
            <pc:docMk/>
            <pc:sldMk cId="506113023" sldId="372"/>
            <ac:picMk id="5" creationId="{113A637B-AF45-95BC-763B-6CBB0DB9D810}"/>
          </ac:picMkLst>
        </pc:picChg>
      </pc:sldChg>
      <pc:sldChg chg="addSp delSp modSp add mod delAnim">
        <pc:chgData name="Thomas Beuchot" userId="f4d683cade09c368" providerId="LiveId" clId="{09C43000-C698-469D-B42F-A2A94C798DCD}" dt="2025-01-30T14:00:05.787" v="2862" actId="122"/>
        <pc:sldMkLst>
          <pc:docMk/>
          <pc:sldMk cId="3992808583" sldId="373"/>
        </pc:sldMkLst>
        <pc:spChg chg="mod">
          <ac:chgData name="Thomas Beuchot" userId="f4d683cade09c368" providerId="LiveId" clId="{09C43000-C698-469D-B42F-A2A94C798DCD}" dt="2025-01-30T13:58:14.180" v="2845" actId="20577"/>
          <ac:spMkLst>
            <pc:docMk/>
            <pc:sldMk cId="3992808583" sldId="373"/>
            <ac:spMk id="2" creationId="{395C0CCB-54BF-04D2-3B42-C5C4DA5D1AFC}"/>
          </ac:spMkLst>
        </pc:spChg>
        <pc:spChg chg="add mod">
          <ac:chgData name="Thomas Beuchot" userId="f4d683cade09c368" providerId="LiveId" clId="{09C43000-C698-469D-B42F-A2A94C798DCD}" dt="2025-01-30T14:00:05.787" v="2862" actId="122"/>
          <ac:spMkLst>
            <pc:docMk/>
            <pc:sldMk cId="3992808583" sldId="373"/>
            <ac:spMk id="10" creationId="{F78BDF6F-DBD0-8EF9-DFB5-AA60F6EB79A0}"/>
          </ac:spMkLst>
        </pc:spChg>
        <pc:picChg chg="add mod">
          <ac:chgData name="Thomas Beuchot" userId="f4d683cade09c368" providerId="LiveId" clId="{09C43000-C698-469D-B42F-A2A94C798DCD}" dt="2025-01-30T13:58:32.128" v="2849" actId="1076"/>
          <ac:picMkLst>
            <pc:docMk/>
            <pc:sldMk cId="3992808583" sldId="373"/>
            <ac:picMk id="5" creationId="{F93548CF-1544-12F0-BD0D-C88EB1039FAB}"/>
          </ac:picMkLst>
        </pc:picChg>
        <pc:picChg chg="add mod">
          <ac:chgData name="Thomas Beuchot" userId="f4d683cade09c368" providerId="LiveId" clId="{09C43000-C698-469D-B42F-A2A94C798DCD}" dt="2025-01-30T13:59:57.704" v="2859" actId="1076"/>
          <ac:picMkLst>
            <pc:docMk/>
            <pc:sldMk cId="3992808583" sldId="373"/>
            <ac:picMk id="8" creationId="{E79A91C8-371E-A059-C518-93CE04B60561}"/>
          </ac:picMkLst>
        </pc:picChg>
      </pc:sldChg>
      <pc:sldChg chg="modSp add mod">
        <pc:chgData name="Thomas Beuchot" userId="f4d683cade09c368" providerId="LiveId" clId="{09C43000-C698-469D-B42F-A2A94C798DCD}" dt="2025-01-30T14:02:12.609" v="3012" actId="20577"/>
        <pc:sldMkLst>
          <pc:docMk/>
          <pc:sldMk cId="2330272959" sldId="374"/>
        </pc:sldMkLst>
        <pc:spChg chg="mod">
          <ac:chgData name="Thomas Beuchot" userId="f4d683cade09c368" providerId="LiveId" clId="{09C43000-C698-469D-B42F-A2A94C798DCD}" dt="2025-01-30T14:02:12.609" v="3012" actId="20577"/>
          <ac:spMkLst>
            <pc:docMk/>
            <pc:sldMk cId="2330272959" sldId="374"/>
            <ac:spMk id="4" creationId="{14040688-5B50-8434-84AB-4FD98C49F4C4}"/>
          </ac:spMkLst>
        </pc:spChg>
      </pc:sldChg>
      <pc:sldChg chg="modSp add mod">
        <pc:chgData name="Thomas Beuchot" userId="f4d683cade09c368" providerId="LiveId" clId="{09C43000-C698-469D-B42F-A2A94C798DCD}" dt="2025-01-30T15:08:33.599" v="3286" actId="1076"/>
        <pc:sldMkLst>
          <pc:docMk/>
          <pc:sldMk cId="3043405444" sldId="375"/>
        </pc:sldMkLst>
        <pc:spChg chg="mod">
          <ac:chgData name="Thomas Beuchot" userId="f4d683cade09c368" providerId="LiveId" clId="{09C43000-C698-469D-B42F-A2A94C798DCD}" dt="2025-01-30T15:08:33.599" v="3286" actId="1076"/>
          <ac:spMkLst>
            <pc:docMk/>
            <pc:sldMk cId="3043405444" sldId="375"/>
            <ac:spMk id="4" creationId="{3F4803C0-584C-299D-C036-70955EF20141}"/>
          </ac:spMkLst>
        </pc:spChg>
      </pc:sldChg>
      <pc:sldChg chg="modSp add mod">
        <pc:chgData name="Thomas Beuchot" userId="f4d683cade09c368" providerId="LiveId" clId="{09C43000-C698-469D-B42F-A2A94C798DCD}" dt="2025-01-30T14:03:24.307" v="3104" actId="20577"/>
        <pc:sldMkLst>
          <pc:docMk/>
          <pc:sldMk cId="514214538" sldId="376"/>
        </pc:sldMkLst>
        <pc:spChg chg="mod">
          <ac:chgData name="Thomas Beuchot" userId="f4d683cade09c368" providerId="LiveId" clId="{09C43000-C698-469D-B42F-A2A94C798DCD}" dt="2025-01-30T14:03:24.307" v="3104" actId="20577"/>
          <ac:spMkLst>
            <pc:docMk/>
            <pc:sldMk cId="514214538" sldId="376"/>
            <ac:spMk id="4" creationId="{CCA6A581-9800-855E-2B1D-0435DDD06CA6}"/>
          </ac:spMkLst>
        </pc:spChg>
      </pc:sldChg>
      <pc:sldChg chg="addSp delSp modSp new mod modAnim modNotesTx">
        <pc:chgData name="Thomas Beuchot" userId="f4d683cade09c368" providerId="LiveId" clId="{09C43000-C698-469D-B42F-A2A94C798DCD}" dt="2025-01-30T15:14:11.722" v="3444"/>
        <pc:sldMkLst>
          <pc:docMk/>
          <pc:sldMk cId="4143465172" sldId="377"/>
        </pc:sldMkLst>
        <pc:spChg chg="add mod">
          <ac:chgData name="Thomas Beuchot" userId="f4d683cade09c368" providerId="LiveId" clId="{09C43000-C698-469D-B42F-A2A94C798DCD}" dt="2025-01-30T15:12:34.830" v="3317" actId="20577"/>
          <ac:spMkLst>
            <pc:docMk/>
            <pc:sldMk cId="4143465172" sldId="377"/>
            <ac:spMk id="6" creationId="{DFFDB9B4-00BF-E7E6-8955-0C9FA001F61B}"/>
          </ac:spMkLst>
        </pc:spChg>
        <pc:spChg chg="add mod">
          <ac:chgData name="Thomas Beuchot" userId="f4d683cade09c368" providerId="LiveId" clId="{09C43000-C698-469D-B42F-A2A94C798DCD}" dt="2025-01-30T15:12:59.842" v="3441" actId="20577"/>
          <ac:spMkLst>
            <pc:docMk/>
            <pc:sldMk cId="4143465172" sldId="377"/>
            <ac:spMk id="7" creationId="{AC663538-C6DF-15FB-669A-65953FFE2287}"/>
          </ac:spMkLst>
        </pc:spChg>
        <pc:picChg chg="add mod">
          <ac:chgData name="Thomas Beuchot" userId="f4d683cade09c368" providerId="LiveId" clId="{09C43000-C698-469D-B42F-A2A94C798DCD}" dt="2025-01-30T15:12:40.768" v="3318" actId="1076"/>
          <ac:picMkLst>
            <pc:docMk/>
            <pc:sldMk cId="4143465172" sldId="377"/>
            <ac:picMk id="5" creationId="{5F71361A-D54C-4F68-FDAD-35717BD447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C8F31-8221-4403-BDD6-2B4653FE0528}" type="datetimeFigureOut">
              <a:rPr lang="fr-FR" smtClean="0"/>
              <a:t>07/02/2025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6258-D433-46FE-A07C-962FE5C5C57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13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8;gbbc23113e9_0_982:notes">
            <a:extLst>
              <a:ext uri="{FF2B5EF4-FFF2-40B4-BE49-F238E27FC236}">
                <a16:creationId xmlns:a16="http://schemas.microsoft.com/office/drawing/2014/main" id="{7E8DA809-9FFE-D33C-2419-36A8B46C9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969;gbbc23113e9_0_982:notes">
            <a:extLst>
              <a:ext uri="{FF2B5EF4-FFF2-40B4-BE49-F238E27FC236}">
                <a16:creationId xmlns:a16="http://schemas.microsoft.com/office/drawing/2014/main" id="{98AB7504-356A-1550-0E99-52579126E9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1F5F98-B141-F35F-EBB8-E5C73C58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D292970B-A322-BABE-3AAB-AF6FE35C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7D6AB96-C55D-9D3F-3A63-4CBD9618CD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1293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2FC3DDDB-2A73-F0F5-84BA-B8CFA00C5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B0D4299F-23EF-F7B6-8812-3F2CBE29DB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A26B20-8463-CE32-A8EA-844BEEEC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1BBA83DD-3DDB-9C38-047C-C6F5F3BF6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537304D-8093-9B45-B1B3-E4F915781F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103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BDC140-A82C-51F6-2F34-0FCC16CB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54274ADF-78C3-A22C-F929-265CF1582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3717FFDA-104E-A35E-4133-FCA3791517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57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5A9EF6-4CFC-BDB9-59D9-4D450C73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C8B94BE4-6744-023B-33E9-AE3C44ADE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D1F433DD-358C-92B4-B97F-43A5080D2D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1778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EB956E-A8F9-01BC-0E2C-DC0C9330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67FFE02-4E14-7713-6908-41B59E278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7E03F2EB-1429-50E1-54AA-DBC7EA1B20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459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3C46D3-74D9-5600-D72F-605E39F4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646975E7-2D57-2C19-AD60-4C12B6148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1101B00D-8172-B295-DF31-830C8761BF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https://www.worldvaluessurvey.org/WVSContents.jsp</a:t>
            </a:r>
          </a:p>
        </p:txBody>
      </p:sp>
    </p:spTree>
    <p:extLst>
      <p:ext uri="{BB962C8B-B14F-4D97-AF65-F5344CB8AC3E}">
        <p14:creationId xmlns:p14="http://schemas.microsoft.com/office/powerpoint/2010/main" val="29745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7AE65C-E723-C954-4050-762670FD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0280EF39-943F-B0D5-5542-3E4EA8ED4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3B36A650-ED6F-6658-0C99-2BADAF83F6F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https://www.worldvaluessurvey.org/WVSContents.jsp</a:t>
            </a:r>
          </a:p>
        </p:txBody>
      </p:sp>
    </p:spTree>
    <p:extLst>
      <p:ext uri="{BB962C8B-B14F-4D97-AF65-F5344CB8AC3E}">
        <p14:creationId xmlns:p14="http://schemas.microsoft.com/office/powerpoint/2010/main" val="166344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CB8F62-715E-EA01-14A9-72299167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38B53EF5-FDC9-907F-5341-06807E21B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C55ECC60-1BE2-8E89-7AA8-08A6F7C835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https://kulturiskvlevebi.weebly.com/uploads/1/8/3/7/18376403/ronald_f._inglehart_-_cultural_evolution__people%E2%80%99s_motivations_are_changing_and_reshaping_the_world__2018_cambridge_university_press_-compressed.pdf</a:t>
            </a:r>
          </a:p>
        </p:txBody>
      </p:sp>
    </p:spTree>
    <p:extLst>
      <p:ext uri="{BB962C8B-B14F-4D97-AF65-F5344CB8AC3E}">
        <p14:creationId xmlns:p14="http://schemas.microsoft.com/office/powerpoint/2010/main" val="2166032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1949DE-5383-6188-9A4D-198C627E8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C422CD6D-7783-6997-0E9B-5EEDC0800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D874D3BE-AE04-4A97-9FED-3DFC47358E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https://kulturiskvlevebi.weebly.com/uploads/1/8/3/7/18376403/ronald_f._inglehart_-_cultural_evolution__people%E2%80%99s_motivations_are_changing_and_reshaping_the_world__2018_cambridge_university_press_-compressed.pdf</a:t>
            </a:r>
          </a:p>
        </p:txBody>
      </p:sp>
    </p:spTree>
    <p:extLst>
      <p:ext uri="{BB962C8B-B14F-4D97-AF65-F5344CB8AC3E}">
        <p14:creationId xmlns:p14="http://schemas.microsoft.com/office/powerpoint/2010/main" val="783401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F5D743-D60D-E304-BACB-3E6314BF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ACCB3F29-DA0C-FCC7-D79E-F8FE7A012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B505F335-8B76-2496-CE60-376D633472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https://kulturiskvlevebi.weebly.com/uploads/1/8/3/7/18376403/ronald_f._inglehart_-_cultural_evolution__people%E2%80%99s_motivations_are_changing_and_reshaping_the_world__2018_cambridge_university_press_-compressed.pdf</a:t>
            </a:r>
          </a:p>
        </p:txBody>
      </p:sp>
    </p:spTree>
    <p:extLst>
      <p:ext uri="{BB962C8B-B14F-4D97-AF65-F5344CB8AC3E}">
        <p14:creationId xmlns:p14="http://schemas.microsoft.com/office/powerpoint/2010/main" val="2647968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3F492D-C0F0-034A-2B3F-BDBCCE8E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4A0DD9B-FE65-D76C-6D8B-1D029C9E8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7D1CD31-6DC8-1641-C230-0B2638E3E3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https://kulturiskvlevebi.weebly.com/uploads/1/8/3/7/18376403/ronald_f._inglehart_-_cultural_evolution__people%E2%80%99s_motivations_are_changing_and_reshaping_the_world__2018_cambridge_university_press_-compressed.pdf</a:t>
            </a:r>
          </a:p>
        </p:txBody>
      </p:sp>
    </p:spTree>
    <p:extLst>
      <p:ext uri="{BB962C8B-B14F-4D97-AF65-F5344CB8AC3E}">
        <p14:creationId xmlns:p14="http://schemas.microsoft.com/office/powerpoint/2010/main" val="1268530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6C988C-6A67-3E52-F052-C7DD3938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CE7B5BB-C30C-F71A-BC25-E8183A586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96C68F3D-8711-BF78-E686-00CF70C619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r>
              <a:rPr lang="fr-FR" b="0" dirty="0"/>
              <a:t>https://kulturiskvlevebi.weebly.com/uploads/1/8/3/7/18376403/ronald_f._inglehart_-_cultural_evolution__people%E2%80%99s_motivations_are_changing_and_reshaping_the_world__2018_cambridge_university_press_-compressed.pdf</a:t>
            </a:r>
          </a:p>
        </p:txBody>
      </p:sp>
    </p:spTree>
    <p:extLst>
      <p:ext uri="{BB962C8B-B14F-4D97-AF65-F5344CB8AC3E}">
        <p14:creationId xmlns:p14="http://schemas.microsoft.com/office/powerpoint/2010/main" val="3248450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BBEC32-4925-54D7-6650-43FC4FD7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48F41D24-61F0-0AAB-9E89-535C88543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0D598D97-0F68-0856-0338-A1A6787200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4040975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164ED8-9A90-120F-0D41-235648C0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9B927FD-0C71-1F05-66FE-7FC19672A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D9EE8FA8-052E-6981-A1E2-62783B568D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1487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B50459-3B77-7040-D8C2-DEFD4F6E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3346AB09-810A-4435-DC0D-680B4C146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B842F336-9004-5C52-952F-57F7E5D9FC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416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A17246-8E2C-0021-8D81-51F86A96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D17ED935-F2C5-5BE2-8F94-613E4592E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1EAC55E8-7451-9F8C-F916-9C52965BCA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249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D615F0-970A-0053-18D3-1BA627FA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FFE6CDAC-3F3D-5702-9624-778DE62D4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73C76B7A-3878-C15A-055F-B1F09FEB51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39209508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78B84E-1264-E528-0CA3-A5869304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659A7C43-A593-5060-B4F3-ADC528DEA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B01F8782-B2A7-EDAA-5520-38BDDA9713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545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810C33-8A12-7805-ECF1-9B9CE7C3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07C403E-EDE8-D14D-B8A0-43D2216EB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8AE6B04-7B34-09F1-5231-A96957090B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1114655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A37450-2028-123C-792F-CAF78E82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EF4C2F4-0E08-B5DD-E1DF-06AF8757A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1B5A5B57-6A48-AA2C-7410-FED4E52D5E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48943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FDDE8F-A921-3A01-653C-A923B72B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2FA274C6-6C08-2874-6188-C7CE60155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78B26AEB-8C1B-AA56-99F8-CCA2259205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15649206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F3510-739D-B727-A418-BE0A04CF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02906463-1C58-D72D-B584-F18C72164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29031249-ADBC-7644-C326-CE7535FF72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4088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939A87-8CE5-061F-8A32-D60BAB0F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0B6158F1-1186-8F87-7680-F4D35D3C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28579935-0AF6-E8EF-E2BD-7B9B71EDB61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136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https://moodle.psl.eu/course/view.php?id=25343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F6258-D433-46FE-A07C-962FE5C5C573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796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829785-C944-43CC-2D34-D1A9C307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C602337-50A3-F92F-EA0F-2BDA4413E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E0EC6275-7D9B-4171-4AAD-9F556E046B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65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E63940F4-FE3C-D1A0-C2A0-3B192A8A6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3099" y="648263"/>
            <a:ext cx="1904795" cy="1231998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AF0CA8C5-B241-B93F-EA72-C81AB41A80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13301" y="4108719"/>
            <a:ext cx="3742803" cy="890003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Google Shape;14;p3">
            <a:extLst>
              <a:ext uri="{FF2B5EF4-FFF2-40B4-BE49-F238E27FC236}">
                <a16:creationId xmlns:a16="http://schemas.microsoft.com/office/drawing/2014/main" id="{D99AE0E7-DFEF-FD8D-38A9-34398A1320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013301" y="2341933"/>
            <a:ext cx="3742803" cy="1766803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/>
          <a:lstStyle>
            <a:lvl1pPr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41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">
            <a:extLst>
              <a:ext uri="{FF2B5EF4-FFF2-40B4-BE49-F238E27FC236}">
                <a16:creationId xmlns:a16="http://schemas.microsoft.com/office/drawing/2014/main" id="{F99AB560-2248-911B-513F-A7FBE14D85C0}"/>
              </a:ext>
            </a:extLst>
          </p:cNvPr>
          <p:cNvSpPr/>
          <p:nvPr/>
        </p:nvSpPr>
        <p:spPr>
          <a:xfrm flipH="1">
            <a:off x="-45" y="0"/>
            <a:ext cx="1614848" cy="1027346"/>
          </a:xfrm>
          <a:custGeom>
            <a:avLst/>
            <a:gdLst>
              <a:gd name="f0" fmla="val w"/>
              <a:gd name="f1" fmla="val h"/>
              <a:gd name="f2" fmla="val 0"/>
              <a:gd name="f3" fmla="val 28933"/>
              <a:gd name="f4" fmla="val 18408"/>
              <a:gd name="f5" fmla="val 1"/>
              <a:gd name="f6" fmla="val 36"/>
              <a:gd name="f7" fmla="val 477"/>
              <a:gd name="f8" fmla="val 132"/>
              <a:gd name="f9" fmla="val 953"/>
              <a:gd name="f10" fmla="val 298"/>
              <a:gd name="f11" fmla="val 1418"/>
              <a:gd name="f12" fmla="val 965"/>
              <a:gd name="f13" fmla="val 3335"/>
              <a:gd name="f14" fmla="val 2477"/>
              <a:gd name="f15" fmla="val 4847"/>
              <a:gd name="f16" fmla="val 4180"/>
              <a:gd name="f17" fmla="val 5954"/>
              <a:gd name="f18" fmla="val 7061"/>
              <a:gd name="f19" fmla="val 7823"/>
              <a:gd name="f20" fmla="val 10490"/>
              <a:gd name="f21" fmla="val 8680"/>
              <a:gd name="f22" fmla="val 13836"/>
              <a:gd name="f23" fmla="val 9431"/>
              <a:gd name="f24" fmla="val 17205"/>
              <a:gd name="f25" fmla="val 10193"/>
              <a:gd name="f26" fmla="val 20622"/>
              <a:gd name="f27" fmla="val 10931"/>
              <a:gd name="f28" fmla="val 23611"/>
              <a:gd name="f29" fmla="val 12633"/>
              <a:gd name="f30" fmla="val 25921"/>
              <a:gd name="f31" fmla="val 13955"/>
              <a:gd name="f32" fmla="val 27957"/>
              <a:gd name="f33" fmla="val 15979"/>
              <a:gd name="f34" fmla="*/ f0 1 28933"/>
              <a:gd name="f35" fmla="*/ f1 1 18408"/>
              <a:gd name="f36" fmla="+- f4 0 f2"/>
              <a:gd name="f37" fmla="+- f3 0 f2"/>
              <a:gd name="f38" fmla="*/ f37 1 28933"/>
              <a:gd name="f39" fmla="*/ f36 1 18408"/>
              <a:gd name="f40" fmla="*/ f2 1 f38"/>
              <a:gd name="f41" fmla="*/ f3 1 f38"/>
              <a:gd name="f42" fmla="*/ f2 1 f39"/>
              <a:gd name="f43" fmla="*/ f4 1 f39"/>
              <a:gd name="f44" fmla="*/ f40 f34 1"/>
              <a:gd name="f45" fmla="*/ f41 f34 1"/>
              <a:gd name="f46" fmla="*/ f43 f35 1"/>
              <a:gd name="f47" fmla="*/ f42 f3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44" t="f47" r="f45" b="f46"/>
            <a:pathLst>
              <a:path w="28933" h="18408">
                <a:moveTo>
                  <a:pt x="f5" y="f5"/>
                </a:moveTo>
                <a:cubicBezTo>
                  <a:pt x="f6" y="f7"/>
                  <a:pt x="f8" y="f9"/>
                  <a:pt x="f10" y="f11"/>
                </a:cubicBezTo>
                <a:cubicBezTo>
                  <a:pt x="f12" y="f13"/>
                  <a:pt x="f14" y="f15"/>
                  <a:pt x="f16" y="f17"/>
                </a:cubicBezTo>
                <a:cubicBezTo>
                  <a:pt x="f18" y="f19"/>
                  <a:pt x="f20" y="f21"/>
                  <a:pt x="f22" y="f23"/>
                </a:cubicBezTo>
                <a:cubicBezTo>
                  <a:pt x="f24" y="f25"/>
                  <a:pt x="f26" y="f27"/>
                  <a:pt x="f28" y="f29"/>
                </a:cubicBezTo>
                <a:cubicBezTo>
                  <a:pt x="f30" y="f31"/>
                  <a:pt x="f32" y="f33"/>
                  <a:pt x="f3" y="f4"/>
                </a:cubicBezTo>
                <a:lnTo>
                  <a:pt x="f3" y="f5"/>
                </a:ln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18;p4">
            <a:extLst>
              <a:ext uri="{FF2B5EF4-FFF2-40B4-BE49-F238E27FC236}">
                <a16:creationId xmlns:a16="http://schemas.microsoft.com/office/drawing/2014/main" id="{DFA6B9F2-959D-5083-8C4E-C6E6E5631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0802" y="1530595"/>
            <a:ext cx="10411998" cy="4705996"/>
          </a:xfrm>
        </p:spPr>
        <p:txBody>
          <a:bodyPr/>
          <a:lstStyle>
            <a:lvl1pPr marL="609584" indent="-406386">
              <a:buSzPts val="1200"/>
              <a:defRPr lang="fr-FR" sz="1600"/>
            </a:lvl1pPr>
          </a:lstStyle>
          <a:p>
            <a:pPr lvl="0"/>
            <a:endParaRPr lang="fr-FR"/>
          </a:p>
        </p:txBody>
      </p:sp>
      <p:sp>
        <p:nvSpPr>
          <p:cNvPr id="4" name="Google Shape;19;p4">
            <a:extLst>
              <a:ext uri="{FF2B5EF4-FFF2-40B4-BE49-F238E27FC236}">
                <a16:creationId xmlns:a16="http://schemas.microsoft.com/office/drawing/2014/main" id="{8B9F05E1-6EF9-74E1-2B12-AF7689ED5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603101"/>
            <a:ext cx="10290401" cy="763597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276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;p8">
            <a:extLst>
              <a:ext uri="{FF2B5EF4-FFF2-40B4-BE49-F238E27FC236}">
                <a16:creationId xmlns:a16="http://schemas.microsoft.com/office/drawing/2014/main" id="{21593A3F-A1E9-8FB5-9AAB-1E152B1A6C9E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293;p8">
            <a:extLst>
              <a:ext uri="{FF2B5EF4-FFF2-40B4-BE49-F238E27FC236}">
                <a16:creationId xmlns:a16="http://schemas.microsoft.com/office/drawing/2014/main" id="{3600B9E0-5239-B700-CFB4-9D1BFB164BEC}"/>
              </a:ext>
            </a:extLst>
          </p:cNvPr>
          <p:cNvSpPr/>
          <p:nvPr/>
        </p:nvSpPr>
        <p:spPr>
          <a:xfrm>
            <a:off x="1437537" y="1066803"/>
            <a:ext cx="9316803" cy="4724403"/>
          </a:xfrm>
          <a:prstGeom prst="rect">
            <a:avLst/>
          </a:prstGeom>
          <a:solidFill>
            <a:srgbClr val="00829C"/>
          </a:solidFill>
          <a:ln cap="flat">
            <a:noFill/>
            <a:prstDash val="solid"/>
          </a:ln>
          <a:effectLst>
            <a:outerShdw dist="228601" dir="2820004" algn="tl">
              <a:srgbClr val="000000">
                <a:alpha val="6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294;p8">
            <a:extLst>
              <a:ext uri="{FF2B5EF4-FFF2-40B4-BE49-F238E27FC236}">
                <a16:creationId xmlns:a16="http://schemas.microsoft.com/office/drawing/2014/main" id="{5D577568-6545-88F7-02C5-677813FC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3003" y="2112401"/>
            <a:ext cx="6625998" cy="2633197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8000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295;p8">
            <a:extLst>
              <a:ext uri="{FF2B5EF4-FFF2-40B4-BE49-F238E27FC236}">
                <a16:creationId xmlns:a16="http://schemas.microsoft.com/office/drawing/2014/main" id="{149C3D60-8377-0808-63C7-4ECCF19E8DE2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9687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6;p15">
            <a:extLst>
              <a:ext uri="{FF2B5EF4-FFF2-40B4-BE49-F238E27FC236}">
                <a16:creationId xmlns:a16="http://schemas.microsoft.com/office/drawing/2014/main" id="{A7B5F93B-AD24-0D9E-AEB1-262BF7047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199" y="2255166"/>
            <a:ext cx="4323200" cy="1889598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/>
          <a:lstStyle>
            <a:lvl1pPr algn="r"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Google Shape;527;p15">
            <a:extLst>
              <a:ext uri="{FF2B5EF4-FFF2-40B4-BE49-F238E27FC236}">
                <a16:creationId xmlns:a16="http://schemas.microsoft.com/office/drawing/2014/main" id="{07796300-F6B8-2FB1-1B50-36F70EA744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392003" y="719203"/>
            <a:ext cx="1848797" cy="1060795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4" name="Google Shape;528;p15">
            <a:extLst>
              <a:ext uri="{FF2B5EF4-FFF2-40B4-BE49-F238E27FC236}">
                <a16:creationId xmlns:a16="http://schemas.microsoft.com/office/drawing/2014/main" id="{17E14FFA-1B68-7D7D-C8C5-F8E3E5877C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57596" y="4144783"/>
            <a:ext cx="3742803" cy="890003"/>
          </a:xfrm>
        </p:spPr>
        <p:txBody>
          <a:bodyPr/>
          <a:lstStyle>
            <a:lvl1pPr algn="r"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6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7;p22">
            <a:extLst>
              <a:ext uri="{FF2B5EF4-FFF2-40B4-BE49-F238E27FC236}">
                <a16:creationId xmlns:a16="http://schemas.microsoft.com/office/drawing/2014/main" id="{B61E876C-43AE-DA6F-0035-3114FE2432A4}"/>
              </a:ext>
            </a:extLst>
          </p:cNvPr>
          <p:cNvSpPr/>
          <p:nvPr/>
        </p:nvSpPr>
        <p:spPr>
          <a:xfrm flipH="1">
            <a:off x="5039002" y="0"/>
            <a:ext cx="7153003" cy="6857935"/>
          </a:xfrm>
          <a:custGeom>
            <a:avLst/>
            <a:gdLst>
              <a:gd name="f0" fmla="val w"/>
              <a:gd name="f1" fmla="val h"/>
              <a:gd name="f2" fmla="val 0"/>
              <a:gd name="f3" fmla="val 67771"/>
              <a:gd name="f4" fmla="val 66224"/>
              <a:gd name="f5" fmla="val 1"/>
              <a:gd name="f6" fmla="val 66223"/>
              <a:gd name="f7" fmla="val 67664"/>
              <a:gd name="f8" fmla="val 67366"/>
              <a:gd name="f9" fmla="val 65485"/>
              <a:gd name="f10" fmla="val 67116"/>
              <a:gd name="f11" fmla="val 64723"/>
              <a:gd name="f12" fmla="val 66890"/>
              <a:gd name="f13" fmla="val 63949"/>
              <a:gd name="f14" fmla="val 64890"/>
              <a:gd name="f15" fmla="val 56508"/>
              <a:gd name="f16" fmla="val 48673"/>
              <a:gd name="f17" fmla="val 67640"/>
              <a:gd name="f18" fmla="val 40958"/>
              <a:gd name="f19" fmla="val 67545"/>
              <a:gd name="f20" fmla="val 35160"/>
              <a:gd name="f21" fmla="val 65687"/>
              <a:gd name="f22" fmla="val 29373"/>
              <a:gd name="f23" fmla="val 62365"/>
              <a:gd name="f24" fmla="val 24599"/>
              <a:gd name="f25" fmla="val 60972"/>
              <a:gd name="f26" fmla="val 22599"/>
              <a:gd name="f27" fmla="val 59317"/>
              <a:gd name="f28" fmla="val 20741"/>
              <a:gd name="f29" fmla="val 57984"/>
              <a:gd name="f30" fmla="val 18694"/>
              <a:gd name="f31" fmla="val 55615"/>
              <a:gd name="f32" fmla="val 15050"/>
              <a:gd name="f33" fmla="val 54329"/>
              <a:gd name="f34" fmla="val 10800"/>
              <a:gd name="f35" fmla="val 53781"/>
              <a:gd name="f36" fmla="val 6502"/>
              <a:gd name="f37" fmla="val 53483"/>
              <a:gd name="f38" fmla="val 4108"/>
              <a:gd name="f39" fmla="val 53317"/>
              <a:gd name="f40" fmla="val 1977"/>
              <a:gd name="f41" fmla="*/ f0 1 67771"/>
              <a:gd name="f42" fmla="*/ f1 1 66224"/>
              <a:gd name="f43" fmla="+- f4 0 f2"/>
              <a:gd name="f44" fmla="+- f3 0 f2"/>
              <a:gd name="f45" fmla="*/ f44 1 67771"/>
              <a:gd name="f46" fmla="*/ f43 1 66224"/>
              <a:gd name="f47" fmla="*/ f2 1 f45"/>
              <a:gd name="f48" fmla="*/ f3 1 f45"/>
              <a:gd name="f49" fmla="*/ f2 1 f46"/>
              <a:gd name="f50" fmla="*/ f4 1 f46"/>
              <a:gd name="f51" fmla="*/ f47 f41 1"/>
              <a:gd name="f52" fmla="*/ f48 f41 1"/>
              <a:gd name="f53" fmla="*/ f50 f42 1"/>
              <a:gd name="f54" fmla="*/ f49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1" t="f54" r="f52" b="f53"/>
            <a:pathLst>
              <a:path w="67771" h="66224">
                <a:moveTo>
                  <a:pt x="f5" y="f5"/>
                </a:moveTo>
                <a:lnTo>
                  <a:pt x="f5" y="f6"/>
                </a:lnTo>
                <a:lnTo>
                  <a:pt x="f7" y="f6"/>
                </a:lnTo>
                <a:cubicBezTo>
                  <a:pt x="f8" y="f9"/>
                  <a:pt x="f10" y="f11"/>
                  <a:pt x="f12" y="f13"/>
                </a:cubicBezTo>
                <a:cubicBezTo>
                  <a:pt x="f14" y="f15"/>
                  <a:pt x="f3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8"/>
                  <a:pt x="f29" y="f30"/>
                </a:cubicBezTo>
                <a:cubicBezTo>
                  <a:pt x="f31" y="f32"/>
                  <a:pt x="f33" y="f34"/>
                  <a:pt x="f35" y="f36"/>
                </a:cubicBezTo>
                <a:cubicBezTo>
                  <a:pt x="f37" y="f38"/>
                  <a:pt x="f39" y="f40"/>
                  <a:pt x="f37" y="f5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908;p22">
            <a:extLst>
              <a:ext uri="{FF2B5EF4-FFF2-40B4-BE49-F238E27FC236}">
                <a16:creationId xmlns:a16="http://schemas.microsoft.com/office/drawing/2014/main" id="{E2E41FAB-4ACC-4030-7003-E2579A5B28AC}"/>
              </a:ext>
            </a:extLst>
          </p:cNvPr>
          <p:cNvSpPr/>
          <p:nvPr/>
        </p:nvSpPr>
        <p:spPr>
          <a:xfrm rot="10800009" flipH="1">
            <a:off x="-248" y="-275"/>
            <a:ext cx="3790398" cy="1887202"/>
          </a:xfrm>
          <a:custGeom>
            <a:avLst/>
            <a:gdLst>
              <a:gd name="f0" fmla="val w"/>
              <a:gd name="f1" fmla="val h"/>
              <a:gd name="f2" fmla="val 0"/>
              <a:gd name="f3" fmla="val 33576"/>
              <a:gd name="f4" fmla="val 17352"/>
              <a:gd name="f5" fmla="val 10157"/>
              <a:gd name="f6" fmla="val 1"/>
              <a:gd name="f7" fmla="val 6817"/>
              <a:gd name="f8" fmla="val 3384"/>
              <a:gd name="f9" fmla="val 749"/>
              <a:gd name="f10" fmla="val 2385"/>
              <a:gd name="f11" fmla="val 17351"/>
              <a:gd name="f12" fmla="val 16137"/>
              <a:gd name="f13" fmla="val 33076"/>
              <a:gd name="f14" fmla="val 14803"/>
              <a:gd name="f15" fmla="val 32445"/>
              <a:gd name="f16" fmla="val 13732"/>
              <a:gd name="f17" fmla="val 27582"/>
              <a:gd name="f18" fmla="val 5503"/>
              <a:gd name="f19" fmla="val 19212"/>
              <a:gd name="f20" fmla="*/ f0 1 33576"/>
              <a:gd name="f21" fmla="*/ f1 1 17352"/>
              <a:gd name="f22" fmla="+- f4 0 f2"/>
              <a:gd name="f23" fmla="+- f3 0 f2"/>
              <a:gd name="f24" fmla="*/ f23 1 33576"/>
              <a:gd name="f25" fmla="*/ f22 1 17352"/>
              <a:gd name="f26" fmla="*/ f2 1 f24"/>
              <a:gd name="f27" fmla="*/ f3 1 f24"/>
              <a:gd name="f28" fmla="*/ f2 1 f25"/>
              <a:gd name="f29" fmla="*/ f4 1 f25"/>
              <a:gd name="f30" fmla="*/ f26 f20 1"/>
              <a:gd name="f31" fmla="*/ f27 f20 1"/>
              <a:gd name="f32" fmla="*/ f29 f21 1"/>
              <a:gd name="f33" fmla="*/ f28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0" t="f33" r="f31" b="f32"/>
            <a:pathLst>
              <a:path w="33576" h="17352">
                <a:moveTo>
                  <a:pt x="f5" y="f6"/>
                </a:moveTo>
                <a:cubicBezTo>
                  <a:pt x="f7" y="f6"/>
                  <a:pt x="f8" y="f9"/>
                  <a:pt x="f2" y="f10"/>
                </a:cubicBezTo>
                <a:lnTo>
                  <a:pt x="f2" y="f11"/>
                </a:lnTo>
                <a:lnTo>
                  <a:pt x="f3" y="f11"/>
                </a:lnTo>
                <a:cubicBezTo>
                  <a:pt x="f3" y="f12"/>
                  <a:pt x="f13" y="f14"/>
                  <a:pt x="f15" y="f16"/>
                </a:cubicBezTo>
                <a:cubicBezTo>
                  <a:pt x="f17" y="f18"/>
                  <a:pt x="f19" y="f6"/>
                  <a:pt x="f5" y="f6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909;p22">
            <a:extLst>
              <a:ext uri="{FF2B5EF4-FFF2-40B4-BE49-F238E27FC236}">
                <a16:creationId xmlns:a16="http://schemas.microsoft.com/office/drawing/2014/main" id="{A0126928-580E-9A6E-2365-0D5718744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4029" y="1612324"/>
            <a:ext cx="4050398" cy="2004401"/>
          </a:xfrm>
          <a:effectLst>
            <a:outerShdw dist="95253" dir="2700000" algn="tl">
              <a:srgbClr val="000000">
                <a:alpha val="20000"/>
              </a:srgbClr>
            </a:outerShdw>
          </a:effec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910;p22">
            <a:extLst>
              <a:ext uri="{FF2B5EF4-FFF2-40B4-BE49-F238E27FC236}">
                <a16:creationId xmlns:a16="http://schemas.microsoft.com/office/drawing/2014/main" id="{B968C2FA-EAE0-BB83-DCE4-7925BDCEF6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04020" y="3616662"/>
            <a:ext cx="4050398" cy="1621596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52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6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32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36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3F922EED-F4D4-4288-11DA-FDAAD9A45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403" y="603101"/>
            <a:ext cx="10271199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fr-FR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11B9728-F8C0-A68E-17F5-630577729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403" y="1536630"/>
            <a:ext cx="10271199" cy="45552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5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2800" b="0" i="0" u="none" strike="noStrike" kern="0" cap="none" spc="0" baseline="0">
          <a:solidFill>
            <a:srgbClr val="00829C"/>
          </a:solidFill>
          <a:uFillTx/>
          <a:latin typeface="Open Sans ExtraBold"/>
          <a:ea typeface="Open Sans ExtraBold"/>
          <a:cs typeface="Open Sans ExtraBold"/>
        </a:defRPr>
      </a:lvl1pPr>
    </p:titleStyle>
    <p:bodyStyle>
      <a:lvl1pPr marL="457200" marR="0" lvl="0" indent="-317497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Clr>
          <a:srgbClr val="00829C"/>
        </a:buClr>
        <a:buSzPts val="1400"/>
        <a:buFont typeface="Karla"/>
        <a:buChar char="●"/>
        <a:tabLst/>
        <a:defRPr lang="en-US" sz="1867" b="0" i="0" u="none" strike="noStrike" kern="0" cap="none" spc="0" baseline="0">
          <a:solidFill>
            <a:srgbClr val="000000"/>
          </a:solidFill>
          <a:uFillTx/>
          <a:latin typeface="Karla"/>
          <a:ea typeface="Karla"/>
          <a:cs typeface="Karla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sit.co/download/rstudio-desktop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earch.gesis.org/research_data/ZA7503" TargetMode="External"/><Relationship Id="rId4" Type="http://schemas.openxmlformats.org/officeDocument/2006/relationships/hyperlink" Target="https://posit.co/download/rstudio-desktop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1;p48">
            <a:extLst>
              <a:ext uri="{FF2B5EF4-FFF2-40B4-BE49-F238E27FC236}">
                <a16:creationId xmlns:a16="http://schemas.microsoft.com/office/drawing/2014/main" id="{6CE172F0-663C-68E1-FDE1-4E206150E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206" y="2112401"/>
            <a:ext cx="8797771" cy="2633197"/>
          </a:xfrm>
        </p:spPr>
        <p:txBody>
          <a:bodyPr lIns="121898" tIns="121898" rIns="121898" bIns="121898"/>
          <a:lstStyle/>
          <a:p>
            <a:pPr lvl="0"/>
            <a:r>
              <a:rPr lang="en-US" sz="4800" dirty="0"/>
              <a:t>Welcome to the Causal Statistics for Treatment Models TD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0C68-CDDC-FF0B-31D2-02866C04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CCA6A581-9800-855E-2B1D-0435DDD06CA6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 are you? Why have you picked this course &amp; TD?</a:t>
            </a:r>
          </a:p>
        </p:txBody>
      </p:sp>
    </p:spTree>
    <p:extLst>
      <p:ext uri="{BB962C8B-B14F-4D97-AF65-F5344CB8AC3E}">
        <p14:creationId xmlns:p14="http://schemas.microsoft.com/office/powerpoint/2010/main" val="51421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050DECD7-145D-6DD9-FCB4-D2410274D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What are the goals of this TD?</a:t>
            </a:r>
          </a:p>
        </p:txBody>
      </p:sp>
      <p:sp>
        <p:nvSpPr>
          <p:cNvPr id="5" name="Google Shape;1480;p38">
            <a:extLst>
              <a:ext uri="{FF2B5EF4-FFF2-40B4-BE49-F238E27FC236}">
                <a16:creationId xmlns:a16="http://schemas.microsoft.com/office/drawing/2014/main" id="{F87CE512-6C78-C0DE-D588-8D3A2FF1781A}"/>
              </a:ext>
            </a:extLst>
          </p:cNvPr>
          <p:cNvSpPr txBox="1">
            <a:spLocks/>
          </p:cNvSpPr>
          <p:nvPr/>
        </p:nvSpPr>
        <p:spPr>
          <a:xfrm>
            <a:off x="950799" y="1430516"/>
            <a:ext cx="10290401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want to help you to build your own behavioural science research project!</a:t>
            </a:r>
          </a:p>
        </p:txBody>
      </p:sp>
      <p:pic>
        <p:nvPicPr>
          <p:cNvPr id="3" name="Picture 2" descr="What! How! : r/memes">
            <a:extLst>
              <a:ext uri="{FF2B5EF4-FFF2-40B4-BE49-F238E27FC236}">
                <a16:creationId xmlns:a16="http://schemas.microsoft.com/office/drawing/2014/main" id="{592CB529-304D-F727-E29A-63CBBBAD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97" y="2503750"/>
            <a:ext cx="3368171" cy="276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1F30A04E-13DB-F3B2-3309-131C600E8DF8}"/>
              </a:ext>
            </a:extLst>
          </p:cNvPr>
          <p:cNvSpPr txBox="1">
            <a:spLocks/>
          </p:cNvSpPr>
          <p:nvPr/>
        </p:nvSpPr>
        <p:spPr>
          <a:xfrm>
            <a:off x="5005895" y="2503750"/>
            <a:ext cx="6235304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just"/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1) How to conduct a R Markdown project relying on best practices?</a:t>
            </a:r>
          </a:p>
        </p:txBody>
      </p:sp>
      <p:sp>
        <p:nvSpPr>
          <p:cNvPr id="9" name="Google Shape;1480;p38">
            <a:extLst>
              <a:ext uri="{FF2B5EF4-FFF2-40B4-BE49-F238E27FC236}">
                <a16:creationId xmlns:a16="http://schemas.microsoft.com/office/drawing/2014/main" id="{59CCBCB1-5A90-90D0-5834-FA8999161CEA}"/>
              </a:ext>
            </a:extLst>
          </p:cNvPr>
          <p:cNvSpPr txBox="1">
            <a:spLocks/>
          </p:cNvSpPr>
          <p:nvPr/>
        </p:nvSpPr>
        <p:spPr>
          <a:xfrm>
            <a:off x="5005895" y="3502978"/>
            <a:ext cx="6235304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just"/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2) How to craft a quick and relevant behavioural science project?</a:t>
            </a:r>
          </a:p>
        </p:txBody>
      </p:sp>
      <p:sp>
        <p:nvSpPr>
          <p:cNvPr id="12" name="Google Shape;1480;p38">
            <a:extLst>
              <a:ext uri="{FF2B5EF4-FFF2-40B4-BE49-F238E27FC236}">
                <a16:creationId xmlns:a16="http://schemas.microsoft.com/office/drawing/2014/main" id="{E178337A-BE3A-1FD0-E3D3-14C1FA563798}"/>
              </a:ext>
            </a:extLst>
          </p:cNvPr>
          <p:cNvSpPr txBox="1">
            <a:spLocks/>
          </p:cNvSpPr>
          <p:nvPr/>
        </p:nvSpPr>
        <p:spPr>
          <a:xfrm>
            <a:off x="5005895" y="4502206"/>
            <a:ext cx="6235304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just"/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3) How to apply econometrics concepts in your own research project?</a:t>
            </a:r>
          </a:p>
        </p:txBody>
      </p:sp>
      <p:sp>
        <p:nvSpPr>
          <p:cNvPr id="13" name="Google Shape;1480;p38">
            <a:extLst>
              <a:ext uri="{FF2B5EF4-FFF2-40B4-BE49-F238E27FC236}">
                <a16:creationId xmlns:a16="http://schemas.microsoft.com/office/drawing/2014/main" id="{70368DAD-B6BF-F5F8-2D7B-4AB94F9C3450}"/>
              </a:ext>
            </a:extLst>
          </p:cNvPr>
          <p:cNvSpPr txBox="1">
            <a:spLocks/>
          </p:cNvSpPr>
          <p:nvPr/>
        </p:nvSpPr>
        <p:spPr>
          <a:xfrm>
            <a:off x="950796" y="5575440"/>
            <a:ext cx="10290401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generally, this is a time slot to discuss relevant questions and uncertainties related to the “causal statistics for treatment models” course.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9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812D-3CD3-CF34-4C9F-2B0C6C79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663D3C3F-8F12-6DCB-F3A5-BE6DF3E391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What is the programme?</a:t>
            </a:r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DEBE5D25-7C4A-CAA4-A57D-460E2708FCD4}"/>
              </a:ext>
            </a:extLst>
          </p:cNvPr>
          <p:cNvSpPr txBox="1">
            <a:spLocks/>
          </p:cNvSpPr>
          <p:nvPr/>
        </p:nvSpPr>
        <p:spPr>
          <a:xfrm>
            <a:off x="1" y="1430516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 1: Creating a R Markdown project using regression models.</a:t>
            </a:r>
          </a:p>
        </p:txBody>
      </p:sp>
      <p:sp>
        <p:nvSpPr>
          <p:cNvPr id="6" name="Google Shape;1480;p38">
            <a:extLst>
              <a:ext uri="{FF2B5EF4-FFF2-40B4-BE49-F238E27FC236}">
                <a16:creationId xmlns:a16="http://schemas.microsoft.com/office/drawing/2014/main" id="{A0BD3C4B-09D7-5588-A5DB-5A06E811CCC5}"/>
              </a:ext>
            </a:extLst>
          </p:cNvPr>
          <p:cNvSpPr txBox="1">
            <a:spLocks/>
          </p:cNvSpPr>
          <p:nvPr/>
        </p:nvSpPr>
        <p:spPr>
          <a:xfrm>
            <a:off x="6096000" y="1425715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 2: Creating a R Markdown project using econometrics concepts.</a:t>
            </a:r>
          </a:p>
        </p:txBody>
      </p:sp>
      <p:sp>
        <p:nvSpPr>
          <p:cNvPr id="7" name="Google Shape;1480;p38">
            <a:extLst>
              <a:ext uri="{FF2B5EF4-FFF2-40B4-BE49-F238E27FC236}">
                <a16:creationId xmlns:a16="http://schemas.microsoft.com/office/drawing/2014/main" id="{EBE1D077-423D-A1DD-0DBF-86E859D7F83A}"/>
              </a:ext>
            </a:extLst>
          </p:cNvPr>
          <p:cNvSpPr txBox="1">
            <a:spLocks/>
          </p:cNvSpPr>
          <p:nvPr/>
        </p:nvSpPr>
        <p:spPr>
          <a:xfrm>
            <a:off x="0" y="2198914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S1 (06/02/2025): Introduction &amp; prerequisites</a:t>
            </a:r>
          </a:p>
        </p:txBody>
      </p:sp>
      <p:sp>
        <p:nvSpPr>
          <p:cNvPr id="8" name="Google Shape;1480;p38">
            <a:extLst>
              <a:ext uri="{FF2B5EF4-FFF2-40B4-BE49-F238E27FC236}">
                <a16:creationId xmlns:a16="http://schemas.microsoft.com/office/drawing/2014/main" id="{2501423F-B7B5-2190-C240-38E407256F40}"/>
              </a:ext>
            </a:extLst>
          </p:cNvPr>
          <p:cNvSpPr txBox="1">
            <a:spLocks/>
          </p:cNvSpPr>
          <p:nvPr/>
        </p:nvSpPr>
        <p:spPr>
          <a:xfrm>
            <a:off x="0" y="2962511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S2 (13/02/2025): Research question &amp; data cleaning </a:t>
            </a:r>
          </a:p>
        </p:txBody>
      </p:sp>
      <p:sp>
        <p:nvSpPr>
          <p:cNvPr id="9" name="Google Shape;1480;p38">
            <a:extLst>
              <a:ext uri="{FF2B5EF4-FFF2-40B4-BE49-F238E27FC236}">
                <a16:creationId xmlns:a16="http://schemas.microsoft.com/office/drawing/2014/main" id="{B4F2028F-A238-A7D3-E737-63626A3EC3B9}"/>
              </a:ext>
            </a:extLst>
          </p:cNvPr>
          <p:cNvSpPr txBox="1">
            <a:spLocks/>
          </p:cNvSpPr>
          <p:nvPr/>
        </p:nvSpPr>
        <p:spPr>
          <a:xfrm>
            <a:off x="0" y="3726108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S3 (20/02/2025): Statistical models &amp; robustness checks</a:t>
            </a:r>
          </a:p>
        </p:txBody>
      </p:sp>
      <p:sp>
        <p:nvSpPr>
          <p:cNvPr id="10" name="Google Shape;1480;p38">
            <a:extLst>
              <a:ext uri="{FF2B5EF4-FFF2-40B4-BE49-F238E27FC236}">
                <a16:creationId xmlns:a16="http://schemas.microsoft.com/office/drawing/2014/main" id="{E62A0791-992A-6F5C-70A9-4E9AA2A51B55}"/>
              </a:ext>
            </a:extLst>
          </p:cNvPr>
          <p:cNvSpPr txBox="1">
            <a:spLocks/>
          </p:cNvSpPr>
          <p:nvPr/>
        </p:nvSpPr>
        <p:spPr>
          <a:xfrm>
            <a:off x="0" y="4489705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S4 (13/03/2025): Supplementary analyses &amp; production of a report </a:t>
            </a:r>
          </a:p>
        </p:txBody>
      </p:sp>
      <p:sp>
        <p:nvSpPr>
          <p:cNvPr id="11" name="Google Shape;1480;p38">
            <a:extLst>
              <a:ext uri="{FF2B5EF4-FFF2-40B4-BE49-F238E27FC236}">
                <a16:creationId xmlns:a16="http://schemas.microsoft.com/office/drawing/2014/main" id="{475FCDA1-67F9-B6B1-7C0D-9F783F102BE8}"/>
              </a:ext>
            </a:extLst>
          </p:cNvPr>
          <p:cNvSpPr txBox="1">
            <a:spLocks/>
          </p:cNvSpPr>
          <p:nvPr/>
        </p:nvSpPr>
        <p:spPr>
          <a:xfrm>
            <a:off x="0" y="5253302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S5 (20/03/2025): Presentation of the projects &amp; discussions</a:t>
            </a:r>
          </a:p>
        </p:txBody>
      </p:sp>
      <p:sp>
        <p:nvSpPr>
          <p:cNvPr id="12" name="Google Shape;1480;p38">
            <a:extLst>
              <a:ext uri="{FF2B5EF4-FFF2-40B4-BE49-F238E27FC236}">
                <a16:creationId xmlns:a16="http://schemas.microsoft.com/office/drawing/2014/main" id="{FB0AC508-67B7-7DB6-2B7C-94CC8FE0EBF3}"/>
              </a:ext>
            </a:extLst>
          </p:cNvPr>
          <p:cNvSpPr txBox="1">
            <a:spLocks/>
          </p:cNvSpPr>
          <p:nvPr/>
        </p:nvSpPr>
        <p:spPr>
          <a:xfrm>
            <a:off x="6096000" y="2198914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S6 (27/03/2025): Research question &amp; data cleaning</a:t>
            </a:r>
          </a:p>
        </p:txBody>
      </p:sp>
      <p:sp>
        <p:nvSpPr>
          <p:cNvPr id="13" name="Google Shape;1480;p38">
            <a:extLst>
              <a:ext uri="{FF2B5EF4-FFF2-40B4-BE49-F238E27FC236}">
                <a16:creationId xmlns:a16="http://schemas.microsoft.com/office/drawing/2014/main" id="{DFA33F38-CB16-8BE3-A403-EAB7A255BC6E}"/>
              </a:ext>
            </a:extLst>
          </p:cNvPr>
          <p:cNvSpPr txBox="1">
            <a:spLocks/>
          </p:cNvSpPr>
          <p:nvPr/>
        </p:nvSpPr>
        <p:spPr>
          <a:xfrm>
            <a:off x="6096000" y="2962511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S7 (03/04/2025): Statistical models &amp; robustness checks</a:t>
            </a:r>
          </a:p>
        </p:txBody>
      </p:sp>
      <p:sp>
        <p:nvSpPr>
          <p:cNvPr id="14" name="Google Shape;1480;p38">
            <a:extLst>
              <a:ext uri="{FF2B5EF4-FFF2-40B4-BE49-F238E27FC236}">
                <a16:creationId xmlns:a16="http://schemas.microsoft.com/office/drawing/2014/main" id="{60D2BE3A-52E0-0187-F909-2D114BFB7E59}"/>
              </a:ext>
            </a:extLst>
          </p:cNvPr>
          <p:cNvSpPr txBox="1">
            <a:spLocks/>
          </p:cNvSpPr>
          <p:nvPr/>
        </p:nvSpPr>
        <p:spPr>
          <a:xfrm>
            <a:off x="6096000" y="3726108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S8 (10/04/2025): Supplementary analyses &amp; production of a report </a:t>
            </a:r>
          </a:p>
        </p:txBody>
      </p:sp>
      <p:sp>
        <p:nvSpPr>
          <p:cNvPr id="15" name="Google Shape;1480;p38">
            <a:extLst>
              <a:ext uri="{FF2B5EF4-FFF2-40B4-BE49-F238E27FC236}">
                <a16:creationId xmlns:a16="http://schemas.microsoft.com/office/drawing/2014/main" id="{646DBF72-7EF9-AC74-DB89-48B5075C1425}"/>
              </a:ext>
            </a:extLst>
          </p:cNvPr>
          <p:cNvSpPr txBox="1">
            <a:spLocks/>
          </p:cNvSpPr>
          <p:nvPr/>
        </p:nvSpPr>
        <p:spPr>
          <a:xfrm>
            <a:off x="6096000" y="4489705"/>
            <a:ext cx="6096000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S9 (17/04/2025): Presentation of the projects &amp; discussions</a:t>
            </a:r>
          </a:p>
        </p:txBody>
      </p:sp>
    </p:spTree>
    <p:extLst>
      <p:ext uri="{BB962C8B-B14F-4D97-AF65-F5344CB8AC3E}">
        <p14:creationId xmlns:p14="http://schemas.microsoft.com/office/powerpoint/2010/main" val="266224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AFB5-1FE9-1F00-3D4D-D0A014607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21710CB2-E549-5048-274F-713BFDC3B7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What is the content of a session</a:t>
            </a:r>
            <a:r>
              <a:rPr lang="fr-FR" dirty="0"/>
              <a:t>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D0F2C-9347-058B-50B7-8293D01E2E86}"/>
              </a:ext>
            </a:extLst>
          </p:cNvPr>
          <p:cNvSpPr/>
          <p:nvPr/>
        </p:nvSpPr>
        <p:spPr>
          <a:xfrm>
            <a:off x="1986116" y="1093534"/>
            <a:ext cx="8219768" cy="5764466"/>
          </a:xfrm>
          <a:prstGeom prst="rect">
            <a:avLst/>
          </a:prstGeom>
          <a:noFill/>
          <a:ln w="38100">
            <a:solidFill>
              <a:srgbClr val="0082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typical session</a:t>
            </a:r>
          </a:p>
          <a:p>
            <a:pPr algn="just"/>
            <a:endParaRPr lang="fr-FR" sz="28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(~20 minutes)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(Me)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key considerations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(Me)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a toy R project</a:t>
            </a:r>
          </a:p>
          <a:p>
            <a:pPr algn="just"/>
            <a:endParaRPr lang="fr-FR" sz="28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(~80 minutes –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including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10 minutes break)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(You) Work on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research project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(Me) Support on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research project</a:t>
            </a:r>
          </a:p>
          <a:p>
            <a:pPr algn="just"/>
            <a:endParaRPr lang="fr-FR" sz="28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(20 minutes)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(Us) Discussion on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everyone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and/or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failed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do </a:t>
            </a:r>
            <a:r>
              <a:rPr lang="fr-FR" sz="28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during</a:t>
            </a:r>
            <a:r>
              <a:rPr lang="fr-FR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session</a:t>
            </a:r>
          </a:p>
        </p:txBody>
      </p:sp>
    </p:spTree>
    <p:extLst>
      <p:ext uri="{BB962C8B-B14F-4D97-AF65-F5344CB8AC3E}">
        <p14:creationId xmlns:p14="http://schemas.microsoft.com/office/powerpoint/2010/main" val="3029071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B993-195E-F2AC-6468-331443C9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96BE532D-1491-395E-00CC-A2B09FBC3435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dataset used for the first part of the TD?</a:t>
            </a:r>
          </a:p>
        </p:txBody>
      </p:sp>
    </p:spTree>
    <p:extLst>
      <p:ext uri="{BB962C8B-B14F-4D97-AF65-F5344CB8AC3E}">
        <p14:creationId xmlns:p14="http://schemas.microsoft.com/office/powerpoint/2010/main" val="134106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7E4F-D66A-D41F-997E-DEE8FF44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01788FB7-90B1-EF64-E0F3-65CE6681A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Dataset for the part 1 of the TD</a:t>
            </a:r>
          </a:p>
        </p:txBody>
      </p:sp>
      <p:pic>
        <p:nvPicPr>
          <p:cNvPr id="1026" name="Picture 2" descr="WVS Database">
            <a:extLst>
              <a:ext uri="{FF2B5EF4-FFF2-40B4-BE49-F238E27FC236}">
                <a16:creationId xmlns:a16="http://schemas.microsoft.com/office/drawing/2014/main" id="{93386C89-BC48-269A-D8C5-008BE6518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0880"/>
            <a:ext cx="12192000" cy="266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3FC49079-8BE0-0C76-7852-63E43754E9D1}"/>
              </a:ext>
            </a:extLst>
          </p:cNvPr>
          <p:cNvSpPr txBox="1">
            <a:spLocks/>
          </p:cNvSpPr>
          <p:nvPr/>
        </p:nvSpPr>
        <p:spPr>
          <a:xfrm>
            <a:off x="950799" y="4546714"/>
            <a:ext cx="10290401" cy="1284773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also choose another dataset including economics and psychology 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variables</a:t>
            </a:r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(but I may not be able to help you as much on the content)!</a:t>
            </a:r>
          </a:p>
        </p:txBody>
      </p:sp>
    </p:spTree>
    <p:extLst>
      <p:ext uri="{BB962C8B-B14F-4D97-AF65-F5344CB8AC3E}">
        <p14:creationId xmlns:p14="http://schemas.microsoft.com/office/powerpoint/2010/main" val="183901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630A-97AB-9113-1156-6519179D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166D8462-CF01-2B86-6B23-EDCCB1CFB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2052" name="Picture 4" descr="Cultural Map updated 2023">
            <a:extLst>
              <a:ext uri="{FF2B5EF4-FFF2-40B4-BE49-F238E27FC236}">
                <a16:creationId xmlns:a16="http://schemas.microsoft.com/office/drawing/2014/main" id="{916CBE0B-B328-E1DF-448A-7DDBF854A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80" y="1120880"/>
            <a:ext cx="10188040" cy="573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08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FE42-3724-E9E0-B849-6EFE1A73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0D644048-3B6B-A548-2DB7-8B1A3C66D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FF8D4A-9B5B-4A00-1AEE-5FF4B0021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324" y="1120880"/>
            <a:ext cx="6703352" cy="573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6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CD395-3A8B-F30B-B437-E09D8E0D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36650E8A-8AA5-A63E-3F35-C9136EE9D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83482-0B2C-E983-EB3C-C2D072DAB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762" y="1120880"/>
            <a:ext cx="3790475" cy="573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0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6CA6-CECE-F159-6307-103FF086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019E4CE6-2B75-89D1-BB34-CD1B57985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E63059-D09C-3E96-FAD1-BF9B515E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398" y="1121921"/>
            <a:ext cx="8513203" cy="57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08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3CFA6-02A9-5FF4-1D71-AF2D3103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748E1C7D-0862-0D6A-DA5F-312ABB6C5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ACF85-3B56-BDAA-EBEA-0C8FC4B63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69" y="1120812"/>
            <a:ext cx="5748662" cy="573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4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D960-9C19-3F36-F4C8-8E0789E6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9B4341BC-1863-417B-A811-04B115634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B65E2-E9B0-3387-6CCB-EC1555A27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472" y="1120880"/>
            <a:ext cx="6465056" cy="573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8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18F0-B87C-DEA7-5D66-37EA83AA8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85BCB074-1058-14BE-085C-976A69D7C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6C8A6B-8262-5148-F449-541CA32F8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650" y="1120880"/>
            <a:ext cx="6468700" cy="573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6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2089-17F9-8EFC-28C5-EE4F7DEF8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51AC0889-1CC3-9953-ED69-B0786B7D04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More details on the Integrated Values Survey (IVS)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58C3D-F259-4B78-3415-9BAF1DFCE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15770"/>
            <a:ext cx="12192001" cy="182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9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434E-7D74-8397-391B-74810752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B97027F9-9F03-8490-3531-CF2948A41B08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you have any questions or suggestions regarding this TD, or course more generally?</a:t>
            </a:r>
          </a:p>
        </p:txBody>
      </p:sp>
    </p:spTree>
    <p:extLst>
      <p:ext uri="{BB962C8B-B14F-4D97-AF65-F5344CB8AC3E}">
        <p14:creationId xmlns:p14="http://schemas.microsoft.com/office/powerpoint/2010/main" val="174530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5CB01-72F4-7D3F-FE6F-37241C725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8C39B69A-AA38-FF38-AE96-1FBF15DDE594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download everything needed to analyse the data!</a:t>
            </a:r>
          </a:p>
        </p:txBody>
      </p:sp>
    </p:spTree>
    <p:extLst>
      <p:ext uri="{BB962C8B-B14F-4D97-AF65-F5344CB8AC3E}">
        <p14:creationId xmlns:p14="http://schemas.microsoft.com/office/powerpoint/2010/main" val="3157346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D198-8EE9-7CF9-2C4E-66C0D783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EA4EBCFB-6FC7-27E0-9A8B-B89143EEBB59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your level in R?</a:t>
            </a:r>
          </a:p>
        </p:txBody>
      </p:sp>
    </p:spTree>
    <p:extLst>
      <p:ext uri="{BB962C8B-B14F-4D97-AF65-F5344CB8AC3E}">
        <p14:creationId xmlns:p14="http://schemas.microsoft.com/office/powerpoint/2010/main" val="3827713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8D72-6BF8-363F-D1EC-FFD05C7E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4C43B1B3-EB44-8BF8-305D-54DC0EF13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R &amp; RStudio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415DA-6A84-11AB-54B0-43B82998D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27" y="1120880"/>
            <a:ext cx="10253545" cy="3914258"/>
          </a:xfrm>
          <a:prstGeom prst="rect">
            <a:avLst/>
          </a:prstGeom>
        </p:spPr>
      </p:pic>
      <p:sp>
        <p:nvSpPr>
          <p:cNvPr id="6" name="Google Shape;1480;p38">
            <a:extLst>
              <a:ext uri="{FF2B5EF4-FFF2-40B4-BE49-F238E27FC236}">
                <a16:creationId xmlns:a16="http://schemas.microsoft.com/office/drawing/2014/main" id="{2101011D-5A9A-F564-6FB8-90BD68B7771A}"/>
              </a:ext>
            </a:extLst>
          </p:cNvPr>
          <p:cNvSpPr txBox="1">
            <a:spLocks/>
          </p:cNvSpPr>
          <p:nvPr/>
        </p:nvSpPr>
        <p:spPr>
          <a:xfrm>
            <a:off x="932371" y="5035138"/>
            <a:ext cx="10290401" cy="1284773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 needs to install R?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hlinkClick r:id="rId4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https://posit.co/download/rstudio-desktop/</a:t>
            </a:r>
            <a:endParaRPr lang="en-US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10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7F10-62EE-B075-80DC-D2264096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E3D74C06-306C-A906-EAEF-7215D96DECD8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 doesn’t want to use the IVS dataset?</a:t>
            </a:r>
          </a:p>
        </p:txBody>
      </p:sp>
    </p:spTree>
    <p:extLst>
      <p:ext uri="{BB962C8B-B14F-4D97-AF65-F5344CB8AC3E}">
        <p14:creationId xmlns:p14="http://schemas.microsoft.com/office/powerpoint/2010/main" val="2066482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4425-F8E6-2879-FEA9-BB2F3E18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41B44F16-B7B4-C816-1986-3DF28D775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Downloading the dataset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BC70D-59CE-B3B7-C90E-A008108A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477" y="1120880"/>
            <a:ext cx="7669046" cy="3914258"/>
          </a:xfrm>
          <a:prstGeom prst="rect">
            <a:avLst/>
          </a:prstGeom>
        </p:spPr>
      </p:pic>
      <p:sp>
        <p:nvSpPr>
          <p:cNvPr id="7" name="Google Shape;1480;p38">
            <a:extLst>
              <a:ext uri="{FF2B5EF4-FFF2-40B4-BE49-F238E27FC236}">
                <a16:creationId xmlns:a16="http://schemas.microsoft.com/office/drawing/2014/main" id="{41D13AFD-B939-C8D1-59AA-EE35E65C4E86}"/>
              </a:ext>
            </a:extLst>
          </p:cNvPr>
          <p:cNvSpPr txBox="1">
            <a:spLocks/>
          </p:cNvSpPr>
          <p:nvPr/>
        </p:nvSpPr>
        <p:spPr>
          <a:xfrm>
            <a:off x="932371" y="5035138"/>
            <a:ext cx="10290401" cy="1284773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an account on GESIS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hlinkClick r:id="rId4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https://search.gesis.org/research_data/ZA7503</a:t>
            </a:r>
            <a:endParaRPr lang="en-US" sz="2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9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AD3C-BB45-EF15-FB6D-8D0CAFA2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8782C100-6F5B-468A-4A15-BE612E3DC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Downloading the dataset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A637B-AF45-95BC-763B-6CBB0DB9D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33" y="1808149"/>
            <a:ext cx="11296333" cy="32417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128FF5-AFF7-F939-CBA9-068F2BC027AE}"/>
              </a:ext>
            </a:extLst>
          </p:cNvPr>
          <p:cNvSpPr/>
          <p:nvPr/>
        </p:nvSpPr>
        <p:spPr>
          <a:xfrm>
            <a:off x="688769" y="4156364"/>
            <a:ext cx="6602680" cy="593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1480;p38">
            <a:extLst>
              <a:ext uri="{FF2B5EF4-FFF2-40B4-BE49-F238E27FC236}">
                <a16:creationId xmlns:a16="http://schemas.microsoft.com/office/drawing/2014/main" id="{BC69ACCD-EE7C-190C-D76B-36ACCE6A86C0}"/>
              </a:ext>
            </a:extLst>
          </p:cNvPr>
          <p:cNvSpPr txBox="1">
            <a:spLocks/>
          </p:cNvSpPr>
          <p:nvPr/>
        </p:nvSpPr>
        <p:spPr>
          <a:xfrm>
            <a:off x="932371" y="5035138"/>
            <a:ext cx="10290401" cy="1284773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 the dataset in the folder where you will create your Rmd file!</a:t>
            </a:r>
          </a:p>
        </p:txBody>
      </p:sp>
    </p:spTree>
    <p:extLst>
      <p:ext uri="{BB962C8B-B14F-4D97-AF65-F5344CB8AC3E}">
        <p14:creationId xmlns:p14="http://schemas.microsoft.com/office/powerpoint/2010/main" val="50611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9987-A24C-A6D1-F4E0-E2FB1B7E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395C0CCB-54BF-04D2-3B42-C5C4DA5D1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Additional files on my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548CF-1544-12F0-BD0D-C88EB103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730" y="1120880"/>
            <a:ext cx="8878539" cy="2610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9A91C8-371E-A059-C518-93CE04B60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693" y="3731094"/>
            <a:ext cx="2750613" cy="2750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8BDF6F-DBD0-8EF9-DFB5-AA60F6EB79A0}"/>
              </a:ext>
            </a:extLst>
          </p:cNvPr>
          <p:cNvSpPr txBox="1"/>
          <p:nvPr/>
        </p:nvSpPr>
        <p:spPr>
          <a:xfrm>
            <a:off x="3047010" y="648170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https://github.com/ThomasBeuchot/CSTM-TD-P1</a:t>
            </a:r>
          </a:p>
        </p:txBody>
      </p:sp>
    </p:spTree>
    <p:extLst>
      <p:ext uri="{BB962C8B-B14F-4D97-AF65-F5344CB8AC3E}">
        <p14:creationId xmlns:p14="http://schemas.microsoft.com/office/powerpoint/2010/main" val="3992808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1D55C-427B-347D-277C-C1D9C756E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86B50B15-E7F3-B027-F9A7-7F8317A7B7A6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Q&amp;A: What else do you need to know?</a:t>
            </a:r>
          </a:p>
        </p:txBody>
      </p:sp>
    </p:spTree>
    <p:extLst>
      <p:ext uri="{BB962C8B-B14F-4D97-AF65-F5344CB8AC3E}">
        <p14:creationId xmlns:p14="http://schemas.microsoft.com/office/powerpoint/2010/main" val="3140184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FA06-FECE-F1DC-61AA-53169300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14040688-5B50-8434-84AB-4FD98C49F4C4}"/>
              </a:ext>
            </a:extLst>
          </p:cNvPr>
          <p:cNvSpPr txBox="1">
            <a:spLocks/>
          </p:cNvSpPr>
          <p:nvPr/>
        </p:nvSpPr>
        <p:spPr>
          <a:xfrm>
            <a:off x="950799" y="2529912"/>
            <a:ext cx="10290401" cy="1798176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begin looking at the variables in the dataset and crafting a research question!</a:t>
            </a:r>
          </a:p>
        </p:txBody>
      </p:sp>
    </p:spTree>
    <p:extLst>
      <p:ext uri="{BB962C8B-B14F-4D97-AF65-F5344CB8AC3E}">
        <p14:creationId xmlns:p14="http://schemas.microsoft.com/office/powerpoint/2010/main" val="2330272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71361A-D54C-4F68-FDAD-35717BD44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400"/>
            <a:ext cx="12192000" cy="2743199"/>
          </a:xfrm>
          <a:prstGeom prst="rect">
            <a:avLst/>
          </a:prstGeom>
        </p:spPr>
      </p:pic>
      <p:sp>
        <p:nvSpPr>
          <p:cNvPr id="6" name="Google Shape;1480;p38">
            <a:extLst>
              <a:ext uri="{FF2B5EF4-FFF2-40B4-BE49-F238E27FC236}">
                <a16:creationId xmlns:a16="http://schemas.microsoft.com/office/drawing/2014/main" id="{DFFDB9B4-00BF-E7E6-8955-0C9FA001F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/>
            <a:r>
              <a:rPr lang="en-US" dirty="0"/>
              <a:t>Moodle page of the TD</a:t>
            </a:r>
          </a:p>
        </p:txBody>
      </p:sp>
      <p:sp>
        <p:nvSpPr>
          <p:cNvPr id="7" name="Google Shape;1480;p38">
            <a:extLst>
              <a:ext uri="{FF2B5EF4-FFF2-40B4-BE49-F238E27FC236}">
                <a16:creationId xmlns:a16="http://schemas.microsoft.com/office/drawing/2014/main" id="{AC663538-C6DF-15FB-669A-65953FFE2287}"/>
              </a:ext>
            </a:extLst>
          </p:cNvPr>
          <p:cNvSpPr txBox="1">
            <a:spLocks/>
          </p:cNvSpPr>
          <p:nvPr/>
        </p:nvSpPr>
        <p:spPr>
          <a:xfrm>
            <a:off x="932371" y="5035138"/>
            <a:ext cx="10290401" cy="1284773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everyone registered on the Moodle page?</a:t>
            </a:r>
          </a:p>
        </p:txBody>
      </p:sp>
    </p:spTree>
    <p:extLst>
      <p:ext uri="{BB962C8B-B14F-4D97-AF65-F5344CB8AC3E}">
        <p14:creationId xmlns:p14="http://schemas.microsoft.com/office/powerpoint/2010/main" val="414346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6A31-39B1-4791-9634-9D58E56A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3F4803C0-584C-299D-C036-70955EF20141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wrap-up!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you have ideas on a research question you would like to explore?  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you have questions or uncertainties?</a:t>
            </a:r>
          </a:p>
        </p:txBody>
      </p:sp>
    </p:spTree>
    <p:extLst>
      <p:ext uri="{BB962C8B-B14F-4D97-AF65-F5344CB8AC3E}">
        <p14:creationId xmlns:p14="http://schemas.microsoft.com/office/powerpoint/2010/main" val="3043405444"/>
      </p:ext>
    </p:extLst>
  </p:cSld>
  <p:clrMapOvr>
    <a:masterClrMapping/>
  </p:clrMapOvr>
</p:sld>
</file>

<file path=ppt/theme/theme1.xml><?xml version="1.0" encoding="utf-8"?>
<a:theme xmlns:a="http://schemas.openxmlformats.org/drawingml/2006/main" name="Stress Awareness Month by Slides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901</Words>
  <Application>Microsoft Office PowerPoint</Application>
  <PresentationFormat>Widescreen</PresentationFormat>
  <Paragraphs>78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Karla</vt:lpstr>
      <vt:lpstr>Open Sans</vt:lpstr>
      <vt:lpstr>Open Sans ExtraBold</vt:lpstr>
      <vt:lpstr>Wingdings</vt:lpstr>
      <vt:lpstr>Stress Awareness Month by Slidesgo</vt:lpstr>
      <vt:lpstr>Welcome to the Causal Statistics for Treatment Models TD </vt:lpstr>
      <vt:lpstr>PowerPoint Presentation</vt:lpstr>
      <vt:lpstr>What are the goals of this TD?</vt:lpstr>
      <vt:lpstr>What is the programme?</vt:lpstr>
      <vt:lpstr>What is the content of a session?</vt:lpstr>
      <vt:lpstr>PowerPoint Presentation</vt:lpstr>
      <vt:lpstr>Dataset for the part 1 of the TD</vt:lpstr>
      <vt:lpstr>More details on the Integrated Values Survey (IVS)</vt:lpstr>
      <vt:lpstr>More details on the Integrated Values Survey (IVS)</vt:lpstr>
      <vt:lpstr>More details on the Integrated Values Survey (IVS)</vt:lpstr>
      <vt:lpstr>More details on the Integrated Values Survey (IVS)</vt:lpstr>
      <vt:lpstr>More details on the Integrated Values Survey (IVS)</vt:lpstr>
      <vt:lpstr>More details on the Integrated Values Survey (IVS)</vt:lpstr>
      <vt:lpstr>More details on the Integrated Values Survey (IVS)</vt:lpstr>
      <vt:lpstr>More details on the Integrated Values Survey (IVS)</vt:lpstr>
      <vt:lpstr>PowerPoint Presentation</vt:lpstr>
      <vt:lpstr>PowerPoint Presentation</vt:lpstr>
      <vt:lpstr>PowerPoint Presentation</vt:lpstr>
      <vt:lpstr>R &amp; RStudio</vt:lpstr>
      <vt:lpstr>PowerPoint Presentation</vt:lpstr>
      <vt:lpstr>Downloading the dataset </vt:lpstr>
      <vt:lpstr>Downloading the dataset </vt:lpstr>
      <vt:lpstr>Additional files on my GitHub</vt:lpstr>
      <vt:lpstr>PowerPoint Presentation</vt:lpstr>
      <vt:lpstr>PowerPoint Presentation</vt:lpstr>
      <vt:lpstr>Moodle page of the TD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Causal Statistics for Treatment Models TD </dc:title>
  <dc:creator>Thomas Beuchot</dc:creator>
  <cp:lastModifiedBy>Thomas Beuchot</cp:lastModifiedBy>
  <cp:revision>2</cp:revision>
  <dcterms:created xsi:type="dcterms:W3CDTF">2025-01-16T15:01:21Z</dcterms:created>
  <dcterms:modified xsi:type="dcterms:W3CDTF">2025-02-07T14:46:23Z</dcterms:modified>
</cp:coreProperties>
</file>