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15" r:id="rId2"/>
    <p:sldId id="402" r:id="rId3"/>
    <p:sldId id="376" r:id="rId4"/>
    <p:sldId id="382" r:id="rId5"/>
    <p:sldId id="401" r:id="rId6"/>
    <p:sldId id="375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847A6-5809-4911-821E-9BEF4350F9C4}" v="4" dt="2025-02-18T17:08:01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euchot" userId="f4d683cade09c368" providerId="LiveId" clId="{8E0DBA18-C733-104B-9046-3B416CCF9B8F}"/>
    <pc:docChg chg="undo custSel modSld">
      <pc:chgData name="Thomas Beuchot" userId="f4d683cade09c368" providerId="LiveId" clId="{8E0DBA18-C733-104B-9046-3B416CCF9B8F}" dt="2025-02-06T07:19:33.043" v="3" actId="20577"/>
      <pc:docMkLst>
        <pc:docMk/>
      </pc:docMkLst>
      <pc:sldChg chg="modSp">
        <pc:chgData name="Thomas Beuchot" userId="f4d683cade09c368" providerId="LiveId" clId="{8E0DBA18-C733-104B-9046-3B416CCF9B8F}" dt="2025-02-06T07:19:33.043" v="3" actId="20577"/>
        <pc:sldMkLst>
          <pc:docMk/>
          <pc:sldMk cId="3029071102" sldId="354"/>
        </pc:sldMkLst>
      </pc:sldChg>
      <pc:sldChg chg="modSp">
        <pc:chgData name="Thomas Beuchot" userId="f4d683cade09c368" providerId="LiveId" clId="{8E0DBA18-C733-104B-9046-3B416CCF9B8F}" dt="2025-02-06T07:19:15.769" v="2" actId="20577"/>
        <pc:sldMkLst>
          <pc:docMk/>
          <pc:sldMk cId="1839013219" sldId="356"/>
        </pc:sldMkLst>
      </pc:sldChg>
    </pc:docChg>
  </pc:docChgLst>
  <pc:docChgLst>
    <pc:chgData name="Thomas Beuchot" userId="f4d683cade09c368" providerId="LiveId" clId="{D6FB7B1A-ACAB-4F2A-815E-682F3F471761}"/>
    <pc:docChg chg="delSld modSld">
      <pc:chgData name="Thomas Beuchot" userId="f4d683cade09c368" providerId="LiveId" clId="{D6FB7B1A-ACAB-4F2A-815E-682F3F471761}" dt="2025-02-18T12:30:16.407" v="22" actId="47"/>
      <pc:docMkLst>
        <pc:docMk/>
      </pc:docMkLst>
      <pc:sldChg chg="del">
        <pc:chgData name="Thomas Beuchot" userId="f4d683cade09c368" providerId="LiveId" clId="{D6FB7B1A-ACAB-4F2A-815E-682F3F471761}" dt="2025-02-18T12:28:19.208" v="18" actId="47"/>
        <pc:sldMkLst>
          <pc:docMk/>
          <pc:sldMk cId="0" sldId="273"/>
        </pc:sldMkLst>
      </pc:sldChg>
      <pc:sldChg chg="modSp mod">
        <pc:chgData name="Thomas Beuchot" userId="f4d683cade09c368" providerId="LiveId" clId="{D6FB7B1A-ACAB-4F2A-815E-682F3F471761}" dt="2025-02-18T12:28:02.877" v="4" actId="20577"/>
        <pc:sldMkLst>
          <pc:docMk/>
          <pc:sldMk cId="0" sldId="315"/>
        </pc:sldMkLst>
        <pc:spChg chg="mod">
          <ac:chgData name="Thomas Beuchot" userId="f4d683cade09c368" providerId="LiveId" clId="{D6FB7B1A-ACAB-4F2A-815E-682F3F471761}" dt="2025-02-18T12:28:02.877" v="4" actId="20577"/>
          <ac:spMkLst>
            <pc:docMk/>
            <pc:sldMk cId="0" sldId="315"/>
            <ac:spMk id="2" creationId="{6CE172F0-663C-68E1-FDE1-4E206150EEB5}"/>
          </ac:spMkLst>
        </pc:spChg>
      </pc:sldChg>
      <pc:sldChg chg="del">
        <pc:chgData name="Thomas Beuchot" userId="f4d683cade09c368" providerId="LiveId" clId="{D6FB7B1A-ACAB-4F2A-815E-682F3F471761}" dt="2025-02-18T12:30:16.407" v="22" actId="47"/>
        <pc:sldMkLst>
          <pc:docMk/>
          <pc:sldMk cId="2016725665" sldId="383"/>
        </pc:sldMkLst>
      </pc:sldChg>
      <pc:sldChg chg="del">
        <pc:chgData name="Thomas Beuchot" userId="f4d683cade09c368" providerId="LiveId" clId="{D6FB7B1A-ACAB-4F2A-815E-682F3F471761}" dt="2025-02-18T12:28:14.920" v="6" actId="47"/>
        <pc:sldMkLst>
          <pc:docMk/>
          <pc:sldMk cId="3972559448" sldId="384"/>
        </pc:sldMkLst>
      </pc:sldChg>
      <pc:sldChg chg="del">
        <pc:chgData name="Thomas Beuchot" userId="f4d683cade09c368" providerId="LiveId" clId="{D6FB7B1A-ACAB-4F2A-815E-682F3F471761}" dt="2025-02-18T12:28:16.194" v="11" actId="47"/>
        <pc:sldMkLst>
          <pc:docMk/>
          <pc:sldMk cId="3590968608" sldId="385"/>
        </pc:sldMkLst>
      </pc:sldChg>
      <pc:sldChg chg="del">
        <pc:chgData name="Thomas Beuchot" userId="f4d683cade09c368" providerId="LiveId" clId="{D6FB7B1A-ACAB-4F2A-815E-682F3F471761}" dt="2025-02-18T12:28:14.725" v="5" actId="47"/>
        <pc:sldMkLst>
          <pc:docMk/>
          <pc:sldMk cId="4139943367" sldId="386"/>
        </pc:sldMkLst>
      </pc:sldChg>
      <pc:sldChg chg="del">
        <pc:chgData name="Thomas Beuchot" userId="f4d683cade09c368" providerId="LiveId" clId="{D6FB7B1A-ACAB-4F2A-815E-682F3F471761}" dt="2025-02-18T12:28:15.155" v="7" actId="47"/>
        <pc:sldMkLst>
          <pc:docMk/>
          <pc:sldMk cId="4292653198" sldId="387"/>
        </pc:sldMkLst>
      </pc:sldChg>
      <pc:sldChg chg="del">
        <pc:chgData name="Thomas Beuchot" userId="f4d683cade09c368" providerId="LiveId" clId="{D6FB7B1A-ACAB-4F2A-815E-682F3F471761}" dt="2025-02-18T12:28:15.427" v="8" actId="47"/>
        <pc:sldMkLst>
          <pc:docMk/>
          <pc:sldMk cId="3250656850" sldId="388"/>
        </pc:sldMkLst>
      </pc:sldChg>
      <pc:sldChg chg="del">
        <pc:chgData name="Thomas Beuchot" userId="f4d683cade09c368" providerId="LiveId" clId="{D6FB7B1A-ACAB-4F2A-815E-682F3F471761}" dt="2025-02-18T12:28:15.701" v="9" actId="47"/>
        <pc:sldMkLst>
          <pc:docMk/>
          <pc:sldMk cId="536414210" sldId="389"/>
        </pc:sldMkLst>
      </pc:sldChg>
      <pc:sldChg chg="del">
        <pc:chgData name="Thomas Beuchot" userId="f4d683cade09c368" providerId="LiveId" clId="{D6FB7B1A-ACAB-4F2A-815E-682F3F471761}" dt="2025-02-18T12:28:15.996" v="10" actId="47"/>
        <pc:sldMkLst>
          <pc:docMk/>
          <pc:sldMk cId="3718112672" sldId="390"/>
        </pc:sldMkLst>
      </pc:sldChg>
      <pc:sldChg chg="del">
        <pc:chgData name="Thomas Beuchot" userId="f4d683cade09c368" providerId="LiveId" clId="{D6FB7B1A-ACAB-4F2A-815E-682F3F471761}" dt="2025-02-18T12:28:16.601" v="12" actId="47"/>
        <pc:sldMkLst>
          <pc:docMk/>
          <pc:sldMk cId="4290212982" sldId="391"/>
        </pc:sldMkLst>
      </pc:sldChg>
      <pc:sldChg chg="del">
        <pc:chgData name="Thomas Beuchot" userId="f4d683cade09c368" providerId="LiveId" clId="{D6FB7B1A-ACAB-4F2A-815E-682F3F471761}" dt="2025-02-18T12:28:17.512" v="13" actId="47"/>
        <pc:sldMkLst>
          <pc:docMk/>
          <pc:sldMk cId="4183417489" sldId="392"/>
        </pc:sldMkLst>
      </pc:sldChg>
      <pc:sldChg chg="del">
        <pc:chgData name="Thomas Beuchot" userId="f4d683cade09c368" providerId="LiveId" clId="{D6FB7B1A-ACAB-4F2A-815E-682F3F471761}" dt="2025-02-18T12:28:17.739" v="14" actId="47"/>
        <pc:sldMkLst>
          <pc:docMk/>
          <pc:sldMk cId="2762613860" sldId="393"/>
        </pc:sldMkLst>
      </pc:sldChg>
      <pc:sldChg chg="del">
        <pc:chgData name="Thomas Beuchot" userId="f4d683cade09c368" providerId="LiveId" clId="{D6FB7B1A-ACAB-4F2A-815E-682F3F471761}" dt="2025-02-18T12:28:17.937" v="15" actId="47"/>
        <pc:sldMkLst>
          <pc:docMk/>
          <pc:sldMk cId="1062175933" sldId="394"/>
        </pc:sldMkLst>
      </pc:sldChg>
      <pc:sldChg chg="del">
        <pc:chgData name="Thomas Beuchot" userId="f4d683cade09c368" providerId="LiveId" clId="{D6FB7B1A-ACAB-4F2A-815E-682F3F471761}" dt="2025-02-18T12:28:18.450" v="16" actId="47"/>
        <pc:sldMkLst>
          <pc:docMk/>
          <pc:sldMk cId="1408676739" sldId="395"/>
        </pc:sldMkLst>
      </pc:sldChg>
      <pc:sldChg chg="del">
        <pc:chgData name="Thomas Beuchot" userId="f4d683cade09c368" providerId="LiveId" clId="{D6FB7B1A-ACAB-4F2A-815E-682F3F471761}" dt="2025-02-18T12:28:18.749" v="17" actId="47"/>
        <pc:sldMkLst>
          <pc:docMk/>
          <pc:sldMk cId="2653748337" sldId="397"/>
        </pc:sldMkLst>
      </pc:sldChg>
      <pc:sldChg chg="del">
        <pc:chgData name="Thomas Beuchot" userId="f4d683cade09c368" providerId="LiveId" clId="{D6FB7B1A-ACAB-4F2A-815E-682F3F471761}" dt="2025-02-18T12:28:20.393" v="19" actId="47"/>
        <pc:sldMkLst>
          <pc:docMk/>
          <pc:sldMk cId="3127712701" sldId="398"/>
        </pc:sldMkLst>
      </pc:sldChg>
      <pc:sldChg chg="del">
        <pc:chgData name="Thomas Beuchot" userId="f4d683cade09c368" providerId="LiveId" clId="{D6FB7B1A-ACAB-4F2A-815E-682F3F471761}" dt="2025-02-18T12:28:20.793" v="20" actId="47"/>
        <pc:sldMkLst>
          <pc:docMk/>
          <pc:sldMk cId="3575741411" sldId="399"/>
        </pc:sldMkLst>
      </pc:sldChg>
      <pc:sldChg chg="del">
        <pc:chgData name="Thomas Beuchot" userId="f4d683cade09c368" providerId="LiveId" clId="{D6FB7B1A-ACAB-4F2A-815E-682F3F471761}" dt="2025-02-18T12:28:21.353" v="21" actId="47"/>
        <pc:sldMkLst>
          <pc:docMk/>
          <pc:sldMk cId="1122047904" sldId="400"/>
        </pc:sldMkLst>
      </pc:sldChg>
    </pc:docChg>
  </pc:docChgLst>
  <pc:docChgLst>
    <pc:chgData name="Thomas Beuchot" userId="f4d683cade09c368" providerId="LiveId" clId="{B1A238A9-B141-4BEA-BD44-79868FF21531}"/>
    <pc:docChg chg="addSld delSld modSld">
      <pc:chgData name="Thomas Beuchot" userId="f4d683cade09c368" providerId="LiveId" clId="{B1A238A9-B141-4BEA-BD44-79868FF21531}" dt="2025-02-07T14:46:22.182" v="107" actId="47"/>
      <pc:docMkLst>
        <pc:docMk/>
      </pc:docMkLst>
      <pc:sldChg chg="add del">
        <pc:chgData name="Thomas Beuchot" userId="f4d683cade09c368" providerId="LiveId" clId="{B1A238A9-B141-4BEA-BD44-79868FF21531}" dt="2025-02-07T14:46:12.529" v="71" actId="47"/>
        <pc:sldMkLst>
          <pc:docMk/>
          <pc:sldMk cId="0" sldId="263"/>
        </pc:sldMkLst>
      </pc:sldChg>
      <pc:sldChg chg="add del">
        <pc:chgData name="Thomas Beuchot" userId="f4d683cade09c368" providerId="LiveId" clId="{B1A238A9-B141-4BEA-BD44-79868FF21531}" dt="2025-02-07T14:46:12.657" v="72" actId="47"/>
        <pc:sldMkLst>
          <pc:docMk/>
          <pc:sldMk cId="0" sldId="264"/>
        </pc:sldMkLst>
      </pc:sldChg>
      <pc:sldChg chg="add del">
        <pc:chgData name="Thomas Beuchot" userId="f4d683cade09c368" providerId="LiveId" clId="{B1A238A9-B141-4BEA-BD44-79868FF21531}" dt="2025-02-07T14:46:12.803" v="73" actId="47"/>
        <pc:sldMkLst>
          <pc:docMk/>
          <pc:sldMk cId="0" sldId="265"/>
        </pc:sldMkLst>
      </pc:sldChg>
      <pc:sldChg chg="add del">
        <pc:chgData name="Thomas Beuchot" userId="f4d683cade09c368" providerId="LiveId" clId="{B1A238A9-B141-4BEA-BD44-79868FF21531}" dt="2025-02-07T14:46:12.939" v="74" actId="47"/>
        <pc:sldMkLst>
          <pc:docMk/>
          <pc:sldMk cId="0" sldId="266"/>
        </pc:sldMkLst>
      </pc:sldChg>
      <pc:sldChg chg="add del">
        <pc:chgData name="Thomas Beuchot" userId="f4d683cade09c368" providerId="LiveId" clId="{B1A238A9-B141-4BEA-BD44-79868FF21531}" dt="2025-02-07T14:46:13.079" v="75" actId="47"/>
        <pc:sldMkLst>
          <pc:docMk/>
          <pc:sldMk cId="0" sldId="267"/>
        </pc:sldMkLst>
      </pc:sldChg>
      <pc:sldChg chg="add del">
        <pc:chgData name="Thomas Beuchot" userId="f4d683cade09c368" providerId="LiveId" clId="{B1A238A9-B141-4BEA-BD44-79868FF21531}" dt="2025-02-07T14:46:13.237" v="76" actId="47"/>
        <pc:sldMkLst>
          <pc:docMk/>
          <pc:sldMk cId="0" sldId="268"/>
        </pc:sldMkLst>
      </pc:sldChg>
      <pc:sldChg chg="add del">
        <pc:chgData name="Thomas Beuchot" userId="f4d683cade09c368" providerId="LiveId" clId="{B1A238A9-B141-4BEA-BD44-79868FF21531}" dt="2025-02-07T14:46:13.353" v="77" actId="47"/>
        <pc:sldMkLst>
          <pc:docMk/>
          <pc:sldMk cId="0" sldId="269"/>
        </pc:sldMkLst>
      </pc:sldChg>
      <pc:sldChg chg="add del">
        <pc:chgData name="Thomas Beuchot" userId="f4d683cade09c368" providerId="LiveId" clId="{B1A238A9-B141-4BEA-BD44-79868FF21531}" dt="2025-02-07T14:46:13.491" v="78" actId="47"/>
        <pc:sldMkLst>
          <pc:docMk/>
          <pc:sldMk cId="0" sldId="270"/>
        </pc:sldMkLst>
      </pc:sldChg>
      <pc:sldChg chg="add del">
        <pc:chgData name="Thomas Beuchot" userId="f4d683cade09c368" providerId="LiveId" clId="{B1A238A9-B141-4BEA-BD44-79868FF21531}" dt="2025-02-07T14:46:13.624" v="79" actId="47"/>
        <pc:sldMkLst>
          <pc:docMk/>
          <pc:sldMk cId="0" sldId="271"/>
        </pc:sldMkLst>
      </pc:sldChg>
      <pc:sldChg chg="add del">
        <pc:chgData name="Thomas Beuchot" userId="f4d683cade09c368" providerId="LiveId" clId="{B1A238A9-B141-4BEA-BD44-79868FF21531}" dt="2025-02-07T14:46:13.765" v="80" actId="47"/>
        <pc:sldMkLst>
          <pc:docMk/>
          <pc:sldMk cId="0" sldId="272"/>
        </pc:sldMkLst>
      </pc:sldChg>
      <pc:sldChg chg="add del">
        <pc:chgData name="Thomas Beuchot" userId="f4d683cade09c368" providerId="LiveId" clId="{B1A238A9-B141-4BEA-BD44-79868FF21531}" dt="2025-02-07T14:46:13.893" v="81" actId="47"/>
        <pc:sldMkLst>
          <pc:docMk/>
          <pc:sldMk cId="0" sldId="273"/>
        </pc:sldMkLst>
      </pc:sldChg>
      <pc:sldChg chg="add del">
        <pc:chgData name="Thomas Beuchot" userId="f4d683cade09c368" providerId="LiveId" clId="{B1A238A9-B141-4BEA-BD44-79868FF21531}" dt="2025-02-07T14:46:14.027" v="82" actId="47"/>
        <pc:sldMkLst>
          <pc:docMk/>
          <pc:sldMk cId="0" sldId="274"/>
        </pc:sldMkLst>
      </pc:sldChg>
      <pc:sldChg chg="add del">
        <pc:chgData name="Thomas Beuchot" userId="f4d683cade09c368" providerId="LiveId" clId="{B1A238A9-B141-4BEA-BD44-79868FF21531}" dt="2025-02-07T14:46:14.163" v="83" actId="47"/>
        <pc:sldMkLst>
          <pc:docMk/>
          <pc:sldMk cId="0" sldId="275"/>
        </pc:sldMkLst>
      </pc:sldChg>
      <pc:sldChg chg="add del">
        <pc:chgData name="Thomas Beuchot" userId="f4d683cade09c368" providerId="LiveId" clId="{B1A238A9-B141-4BEA-BD44-79868FF21531}" dt="2025-02-07T14:46:14.298" v="84" actId="47"/>
        <pc:sldMkLst>
          <pc:docMk/>
          <pc:sldMk cId="0" sldId="276"/>
        </pc:sldMkLst>
      </pc:sldChg>
      <pc:sldChg chg="add del">
        <pc:chgData name="Thomas Beuchot" userId="f4d683cade09c368" providerId="LiveId" clId="{B1A238A9-B141-4BEA-BD44-79868FF21531}" dt="2025-02-07T14:46:14.444" v="85" actId="47"/>
        <pc:sldMkLst>
          <pc:docMk/>
          <pc:sldMk cId="0" sldId="277"/>
        </pc:sldMkLst>
      </pc:sldChg>
      <pc:sldChg chg="add del">
        <pc:chgData name="Thomas Beuchot" userId="f4d683cade09c368" providerId="LiveId" clId="{B1A238A9-B141-4BEA-BD44-79868FF21531}" dt="2025-02-07T14:46:14.573" v="86" actId="47"/>
        <pc:sldMkLst>
          <pc:docMk/>
          <pc:sldMk cId="0" sldId="278"/>
        </pc:sldMkLst>
      </pc:sldChg>
      <pc:sldChg chg="add del">
        <pc:chgData name="Thomas Beuchot" userId="f4d683cade09c368" providerId="LiveId" clId="{B1A238A9-B141-4BEA-BD44-79868FF21531}" dt="2025-02-07T14:46:14.713" v="87" actId="47"/>
        <pc:sldMkLst>
          <pc:docMk/>
          <pc:sldMk cId="0" sldId="279"/>
        </pc:sldMkLst>
      </pc:sldChg>
      <pc:sldChg chg="add del">
        <pc:chgData name="Thomas Beuchot" userId="f4d683cade09c368" providerId="LiveId" clId="{B1A238A9-B141-4BEA-BD44-79868FF21531}" dt="2025-02-07T14:46:14.850" v="88" actId="47"/>
        <pc:sldMkLst>
          <pc:docMk/>
          <pc:sldMk cId="0" sldId="280"/>
        </pc:sldMkLst>
      </pc:sldChg>
      <pc:sldChg chg="add del">
        <pc:chgData name="Thomas Beuchot" userId="f4d683cade09c368" providerId="LiveId" clId="{B1A238A9-B141-4BEA-BD44-79868FF21531}" dt="2025-02-07T14:46:14.974" v="89" actId="47"/>
        <pc:sldMkLst>
          <pc:docMk/>
          <pc:sldMk cId="0" sldId="281"/>
        </pc:sldMkLst>
      </pc:sldChg>
      <pc:sldChg chg="add del">
        <pc:chgData name="Thomas Beuchot" userId="f4d683cade09c368" providerId="LiveId" clId="{B1A238A9-B141-4BEA-BD44-79868FF21531}" dt="2025-02-07T14:46:15.380" v="90" actId="47"/>
        <pc:sldMkLst>
          <pc:docMk/>
          <pc:sldMk cId="0" sldId="282"/>
        </pc:sldMkLst>
      </pc:sldChg>
      <pc:sldChg chg="add del">
        <pc:chgData name="Thomas Beuchot" userId="f4d683cade09c368" providerId="LiveId" clId="{B1A238A9-B141-4BEA-BD44-79868FF21531}" dt="2025-02-07T14:46:15.647" v="91" actId="47"/>
        <pc:sldMkLst>
          <pc:docMk/>
          <pc:sldMk cId="0" sldId="283"/>
        </pc:sldMkLst>
      </pc:sldChg>
      <pc:sldChg chg="add del">
        <pc:chgData name="Thomas Beuchot" userId="f4d683cade09c368" providerId="LiveId" clId="{B1A238A9-B141-4BEA-BD44-79868FF21531}" dt="2025-02-07T14:46:16.027" v="92" actId="47"/>
        <pc:sldMkLst>
          <pc:docMk/>
          <pc:sldMk cId="0" sldId="284"/>
        </pc:sldMkLst>
      </pc:sldChg>
      <pc:sldChg chg="add del">
        <pc:chgData name="Thomas Beuchot" userId="f4d683cade09c368" providerId="LiveId" clId="{B1A238A9-B141-4BEA-BD44-79868FF21531}" dt="2025-02-07T14:46:16.455" v="93" actId="47"/>
        <pc:sldMkLst>
          <pc:docMk/>
          <pc:sldMk cId="0" sldId="285"/>
        </pc:sldMkLst>
      </pc:sldChg>
      <pc:sldChg chg="add del">
        <pc:chgData name="Thomas Beuchot" userId="f4d683cade09c368" providerId="LiveId" clId="{B1A238A9-B141-4BEA-BD44-79868FF21531}" dt="2025-02-07T14:46:16.879" v="94" actId="47"/>
        <pc:sldMkLst>
          <pc:docMk/>
          <pc:sldMk cId="0" sldId="286"/>
        </pc:sldMkLst>
      </pc:sldChg>
      <pc:sldChg chg="add del">
        <pc:chgData name="Thomas Beuchot" userId="f4d683cade09c368" providerId="LiveId" clId="{B1A238A9-B141-4BEA-BD44-79868FF21531}" dt="2025-02-07T14:46:17.273" v="95" actId="47"/>
        <pc:sldMkLst>
          <pc:docMk/>
          <pc:sldMk cId="0" sldId="287"/>
        </pc:sldMkLst>
      </pc:sldChg>
      <pc:sldChg chg="add del">
        <pc:chgData name="Thomas Beuchot" userId="f4d683cade09c368" providerId="LiveId" clId="{B1A238A9-B141-4BEA-BD44-79868FF21531}" dt="2025-02-07T14:46:17.737" v="96" actId="47"/>
        <pc:sldMkLst>
          <pc:docMk/>
          <pc:sldMk cId="0" sldId="288"/>
        </pc:sldMkLst>
      </pc:sldChg>
      <pc:sldChg chg="add del">
        <pc:chgData name="Thomas Beuchot" userId="f4d683cade09c368" providerId="LiveId" clId="{B1A238A9-B141-4BEA-BD44-79868FF21531}" dt="2025-02-07T14:46:18.173" v="97" actId="47"/>
        <pc:sldMkLst>
          <pc:docMk/>
          <pc:sldMk cId="0" sldId="289"/>
        </pc:sldMkLst>
      </pc:sldChg>
      <pc:sldChg chg="add del">
        <pc:chgData name="Thomas Beuchot" userId="f4d683cade09c368" providerId="LiveId" clId="{B1A238A9-B141-4BEA-BD44-79868FF21531}" dt="2025-02-07T14:46:18.681" v="98" actId="47"/>
        <pc:sldMkLst>
          <pc:docMk/>
          <pc:sldMk cId="0" sldId="290"/>
        </pc:sldMkLst>
      </pc:sldChg>
      <pc:sldChg chg="add del">
        <pc:chgData name="Thomas Beuchot" userId="f4d683cade09c368" providerId="LiveId" clId="{B1A238A9-B141-4BEA-BD44-79868FF21531}" dt="2025-02-07T14:46:19.082" v="99" actId="47"/>
        <pc:sldMkLst>
          <pc:docMk/>
          <pc:sldMk cId="0" sldId="291"/>
        </pc:sldMkLst>
      </pc:sldChg>
      <pc:sldChg chg="add del">
        <pc:chgData name="Thomas Beuchot" userId="f4d683cade09c368" providerId="LiveId" clId="{B1A238A9-B141-4BEA-BD44-79868FF21531}" dt="2025-02-07T14:46:19.602" v="100" actId="47"/>
        <pc:sldMkLst>
          <pc:docMk/>
          <pc:sldMk cId="0" sldId="292"/>
        </pc:sldMkLst>
      </pc:sldChg>
      <pc:sldChg chg="add del">
        <pc:chgData name="Thomas Beuchot" userId="f4d683cade09c368" providerId="LiveId" clId="{B1A238A9-B141-4BEA-BD44-79868FF21531}" dt="2025-02-07T14:46:19.981" v="101" actId="47"/>
        <pc:sldMkLst>
          <pc:docMk/>
          <pc:sldMk cId="0" sldId="293"/>
        </pc:sldMkLst>
      </pc:sldChg>
      <pc:sldChg chg="add del">
        <pc:chgData name="Thomas Beuchot" userId="f4d683cade09c368" providerId="LiveId" clId="{B1A238A9-B141-4BEA-BD44-79868FF21531}" dt="2025-02-07T14:46:20.320" v="102" actId="47"/>
        <pc:sldMkLst>
          <pc:docMk/>
          <pc:sldMk cId="0" sldId="294"/>
        </pc:sldMkLst>
      </pc:sldChg>
      <pc:sldChg chg="add del">
        <pc:chgData name="Thomas Beuchot" userId="f4d683cade09c368" providerId="LiveId" clId="{B1A238A9-B141-4BEA-BD44-79868FF21531}" dt="2025-02-07T14:46:20.651" v="103" actId="47"/>
        <pc:sldMkLst>
          <pc:docMk/>
          <pc:sldMk cId="0" sldId="295"/>
        </pc:sldMkLst>
      </pc:sldChg>
      <pc:sldChg chg="add del">
        <pc:chgData name="Thomas Beuchot" userId="f4d683cade09c368" providerId="LiveId" clId="{B1A238A9-B141-4BEA-BD44-79868FF21531}" dt="2025-02-07T14:46:21.003" v="104" actId="47"/>
        <pc:sldMkLst>
          <pc:docMk/>
          <pc:sldMk cId="0" sldId="296"/>
        </pc:sldMkLst>
      </pc:sldChg>
      <pc:sldChg chg="add del">
        <pc:chgData name="Thomas Beuchot" userId="f4d683cade09c368" providerId="LiveId" clId="{B1A238A9-B141-4BEA-BD44-79868FF21531}" dt="2025-02-07T14:46:21.463" v="105" actId="47"/>
        <pc:sldMkLst>
          <pc:docMk/>
          <pc:sldMk cId="0" sldId="297"/>
        </pc:sldMkLst>
      </pc:sldChg>
      <pc:sldChg chg="add del">
        <pc:chgData name="Thomas Beuchot" userId="f4d683cade09c368" providerId="LiveId" clId="{B1A238A9-B141-4BEA-BD44-79868FF21531}" dt="2025-02-07T14:46:21.811" v="106" actId="47"/>
        <pc:sldMkLst>
          <pc:docMk/>
          <pc:sldMk cId="0" sldId="298"/>
        </pc:sldMkLst>
      </pc:sldChg>
      <pc:sldChg chg="add del">
        <pc:chgData name="Thomas Beuchot" userId="f4d683cade09c368" providerId="LiveId" clId="{B1A238A9-B141-4BEA-BD44-79868FF21531}" dt="2025-02-07T14:46:22.182" v="107" actId="47"/>
        <pc:sldMkLst>
          <pc:docMk/>
          <pc:sldMk cId="0" sldId="299"/>
        </pc:sldMkLst>
      </pc:sldChg>
      <pc:sldChg chg="modSp add del mod">
        <pc:chgData name="Thomas Beuchot" userId="f4d683cade09c368" providerId="LiveId" clId="{B1A238A9-B141-4BEA-BD44-79868FF21531}" dt="2025-02-07T14:46:12.268" v="69" actId="47"/>
        <pc:sldMkLst>
          <pc:docMk/>
          <pc:sldMk cId="3879461476" sldId="378"/>
        </pc:sldMkLst>
      </pc:sldChg>
      <pc:sldChg chg="modSp add del mod">
        <pc:chgData name="Thomas Beuchot" userId="f4d683cade09c368" providerId="LiveId" clId="{B1A238A9-B141-4BEA-BD44-79868FF21531}" dt="2025-02-07T14:46:12.385" v="70" actId="47"/>
        <pc:sldMkLst>
          <pc:docMk/>
          <pc:sldMk cId="775896339" sldId="379"/>
        </pc:sldMkLst>
      </pc:sldChg>
      <pc:sldMasterChg chg="delSldLayout">
        <pc:chgData name="Thomas Beuchot" userId="f4d683cade09c368" providerId="LiveId" clId="{B1A238A9-B141-4BEA-BD44-79868FF21531}" dt="2025-02-07T14:46:22.182" v="107" actId="47"/>
        <pc:sldMasterMkLst>
          <pc:docMk/>
          <pc:sldMasterMk cId="2101515876" sldId="2147483660"/>
        </pc:sldMasterMkLst>
        <pc:sldLayoutChg chg="del">
          <pc:chgData name="Thomas Beuchot" userId="f4d683cade09c368" providerId="LiveId" clId="{B1A238A9-B141-4BEA-BD44-79868FF21531}" dt="2025-02-07T14:46:22.182" v="107" actId="47"/>
          <pc:sldLayoutMkLst>
            <pc:docMk/>
            <pc:sldMasterMk cId="2101515876" sldId="2147483660"/>
            <pc:sldLayoutMk cId="2906855464" sldId="2147483670"/>
          </pc:sldLayoutMkLst>
        </pc:sldLayoutChg>
        <pc:sldLayoutChg chg="del">
          <pc:chgData name="Thomas Beuchot" userId="f4d683cade09c368" providerId="LiveId" clId="{B1A238A9-B141-4BEA-BD44-79868FF21531}" dt="2025-02-07T14:46:15.380" v="90" actId="47"/>
          <pc:sldLayoutMkLst>
            <pc:docMk/>
            <pc:sldMasterMk cId="2101515876" sldId="2147483660"/>
            <pc:sldLayoutMk cId="3259295778" sldId="2147483671"/>
          </pc:sldLayoutMkLst>
        </pc:sldLayoutChg>
        <pc:sldLayoutChg chg="del">
          <pc:chgData name="Thomas Beuchot" userId="f4d683cade09c368" providerId="LiveId" clId="{B1A238A9-B141-4BEA-BD44-79868FF21531}" dt="2025-02-07T14:46:16.455" v="93" actId="47"/>
          <pc:sldLayoutMkLst>
            <pc:docMk/>
            <pc:sldMasterMk cId="2101515876" sldId="2147483660"/>
            <pc:sldLayoutMk cId="1320801402" sldId="2147483672"/>
          </pc:sldLayoutMkLst>
        </pc:sldLayoutChg>
      </pc:sldMasterChg>
    </pc:docChg>
  </pc:docChgLst>
  <pc:docChgLst>
    <pc:chgData name="Thomas Beuchot" userId="f4d683cade09c368" providerId="LiveId" clId="{6B4CAC6A-A7EA-4AEF-A797-3A8E4E45B826}"/>
    <pc:docChg chg="undo custSel addSld delSld modSld sldOrd">
      <pc:chgData name="Thomas Beuchot" userId="f4d683cade09c368" providerId="LiveId" clId="{6B4CAC6A-A7EA-4AEF-A797-3A8E4E45B826}" dt="2025-02-11T17:30:06.749" v="1957" actId="20577"/>
      <pc:docMkLst>
        <pc:docMk/>
      </pc:docMkLst>
      <pc:sldChg chg="add">
        <pc:chgData name="Thomas Beuchot" userId="f4d683cade09c368" providerId="LiveId" clId="{6B4CAC6A-A7EA-4AEF-A797-3A8E4E45B826}" dt="2025-02-11T17:23:48.606" v="1259"/>
        <pc:sldMkLst>
          <pc:docMk/>
          <pc:sldMk cId="0" sldId="273"/>
        </pc:sldMkLst>
      </pc:sldChg>
      <pc:sldChg chg="modSp mod">
        <pc:chgData name="Thomas Beuchot" userId="f4d683cade09c368" providerId="LiveId" clId="{6B4CAC6A-A7EA-4AEF-A797-3A8E4E45B826}" dt="2025-02-11T12:03:38.131" v="5" actId="5793"/>
        <pc:sldMkLst>
          <pc:docMk/>
          <pc:sldMk cId="0" sldId="315"/>
        </pc:sldMkLst>
        <pc:spChg chg="mod">
          <ac:chgData name="Thomas Beuchot" userId="f4d683cade09c368" providerId="LiveId" clId="{6B4CAC6A-A7EA-4AEF-A797-3A8E4E45B826}" dt="2025-02-11T12:03:38.131" v="5" actId="5793"/>
          <ac:spMkLst>
            <pc:docMk/>
            <pc:sldMk cId="0" sldId="315"/>
            <ac:spMk id="2" creationId="{6CE172F0-663C-68E1-FDE1-4E206150EEB5}"/>
          </ac:spMkLst>
        </pc:spChg>
      </pc:sldChg>
      <pc:sldChg chg="del">
        <pc:chgData name="Thomas Beuchot" userId="f4d683cade09c368" providerId="LiveId" clId="{6B4CAC6A-A7EA-4AEF-A797-3A8E4E45B826}" dt="2025-02-11T12:03:42.080" v="7" actId="47"/>
        <pc:sldMkLst>
          <pc:docMk/>
          <pc:sldMk cId="0" sldId="340"/>
        </pc:sldMkLst>
      </pc:sldChg>
      <pc:sldChg chg="add del">
        <pc:chgData name="Thomas Beuchot" userId="f4d683cade09c368" providerId="LiveId" clId="{6B4CAC6A-A7EA-4AEF-A797-3A8E4E45B826}" dt="2025-02-11T12:48:37.278" v="526" actId="47"/>
        <pc:sldMkLst>
          <pc:docMk/>
          <pc:sldMk cId="1341060179" sldId="349"/>
        </pc:sldMkLst>
      </pc:sldChg>
      <pc:sldChg chg="del">
        <pc:chgData name="Thomas Beuchot" userId="f4d683cade09c368" providerId="LiveId" clId="{6B4CAC6A-A7EA-4AEF-A797-3A8E4E45B826}" dt="2025-02-11T12:04:04.640" v="30" actId="47"/>
        <pc:sldMkLst>
          <pc:docMk/>
          <pc:sldMk cId="3140184169" sldId="350"/>
        </pc:sldMkLst>
      </pc:sldChg>
      <pc:sldChg chg="add del">
        <pc:chgData name="Thomas Beuchot" userId="f4d683cade09c368" providerId="LiveId" clId="{6B4CAC6A-A7EA-4AEF-A797-3A8E4E45B826}" dt="2025-02-11T17:27:03.593" v="1830" actId="47"/>
        <pc:sldMkLst>
          <pc:docMk/>
          <pc:sldMk cId="3029071102" sldId="354"/>
        </pc:sldMkLst>
      </pc:sldChg>
      <pc:sldChg chg="add del">
        <pc:chgData name="Thomas Beuchot" userId="f4d683cade09c368" providerId="LiveId" clId="{6B4CAC6A-A7EA-4AEF-A797-3A8E4E45B826}" dt="2025-02-11T17:27:15.706" v="1849" actId="47"/>
        <pc:sldMkLst>
          <pc:docMk/>
          <pc:sldMk cId="2662242035" sldId="355"/>
        </pc:sldMkLst>
      </pc:sldChg>
      <pc:sldChg chg="del">
        <pc:chgData name="Thomas Beuchot" userId="f4d683cade09c368" providerId="LiveId" clId="{6B4CAC6A-A7EA-4AEF-A797-3A8E4E45B826}" dt="2025-02-11T12:03:50.788" v="13" actId="47"/>
        <pc:sldMkLst>
          <pc:docMk/>
          <pc:sldMk cId="1839013219" sldId="356"/>
        </pc:sldMkLst>
      </pc:sldChg>
      <pc:sldChg chg="del">
        <pc:chgData name="Thomas Beuchot" userId="f4d683cade09c368" providerId="LiveId" clId="{6B4CAC6A-A7EA-4AEF-A797-3A8E4E45B826}" dt="2025-02-11T12:03:51.174" v="14" actId="47"/>
        <pc:sldMkLst>
          <pc:docMk/>
          <pc:sldMk cId="1794088714" sldId="357"/>
        </pc:sldMkLst>
      </pc:sldChg>
      <pc:sldChg chg="del">
        <pc:chgData name="Thomas Beuchot" userId="f4d683cade09c368" providerId="LiveId" clId="{6B4CAC6A-A7EA-4AEF-A797-3A8E4E45B826}" dt="2025-02-11T12:03:51.574" v="15" actId="47"/>
        <pc:sldMkLst>
          <pc:docMk/>
          <pc:sldMk cId="333262650" sldId="359"/>
        </pc:sldMkLst>
      </pc:sldChg>
      <pc:sldChg chg="del">
        <pc:chgData name="Thomas Beuchot" userId="f4d683cade09c368" providerId="LiveId" clId="{6B4CAC6A-A7EA-4AEF-A797-3A8E4E45B826}" dt="2025-02-11T12:03:51.894" v="16" actId="47"/>
        <pc:sldMkLst>
          <pc:docMk/>
          <pc:sldMk cId="2364501933" sldId="360"/>
        </pc:sldMkLst>
      </pc:sldChg>
      <pc:sldChg chg="del">
        <pc:chgData name="Thomas Beuchot" userId="f4d683cade09c368" providerId="LiveId" clId="{6B4CAC6A-A7EA-4AEF-A797-3A8E4E45B826}" dt="2025-02-11T12:03:52.142" v="17" actId="47"/>
        <pc:sldMkLst>
          <pc:docMk/>
          <pc:sldMk cId="1371408693" sldId="361"/>
        </pc:sldMkLst>
      </pc:sldChg>
      <pc:sldChg chg="del">
        <pc:chgData name="Thomas Beuchot" userId="f4d683cade09c368" providerId="LiveId" clId="{6B4CAC6A-A7EA-4AEF-A797-3A8E4E45B826}" dt="2025-02-11T12:03:52.542" v="18" actId="47"/>
        <pc:sldMkLst>
          <pc:docMk/>
          <pc:sldMk cId="3764748453" sldId="362"/>
        </pc:sldMkLst>
      </pc:sldChg>
      <pc:sldChg chg="del">
        <pc:chgData name="Thomas Beuchot" userId="f4d683cade09c368" providerId="LiveId" clId="{6B4CAC6A-A7EA-4AEF-A797-3A8E4E45B826}" dt="2025-02-11T12:03:52.734" v="19" actId="47"/>
        <pc:sldMkLst>
          <pc:docMk/>
          <pc:sldMk cId="2968587409" sldId="363"/>
        </pc:sldMkLst>
      </pc:sldChg>
      <pc:sldChg chg="del">
        <pc:chgData name="Thomas Beuchot" userId="f4d683cade09c368" providerId="LiveId" clId="{6B4CAC6A-A7EA-4AEF-A797-3A8E4E45B826}" dt="2025-02-11T12:03:52.926" v="20" actId="47"/>
        <pc:sldMkLst>
          <pc:docMk/>
          <pc:sldMk cId="307066268" sldId="364"/>
        </pc:sldMkLst>
      </pc:sldChg>
      <pc:sldChg chg="del">
        <pc:chgData name="Thomas Beuchot" userId="f4d683cade09c368" providerId="LiveId" clId="{6B4CAC6A-A7EA-4AEF-A797-3A8E4E45B826}" dt="2025-02-11T12:03:53.254" v="21" actId="47"/>
        <pc:sldMkLst>
          <pc:docMk/>
          <pc:sldMk cId="385569189" sldId="365"/>
        </pc:sldMkLst>
      </pc:sldChg>
      <pc:sldChg chg="del">
        <pc:chgData name="Thomas Beuchot" userId="f4d683cade09c368" providerId="LiveId" clId="{6B4CAC6A-A7EA-4AEF-A797-3A8E4E45B826}" dt="2025-02-11T12:03:53.615" v="22" actId="47"/>
        <pc:sldMkLst>
          <pc:docMk/>
          <pc:sldMk cId="1745301999" sldId="366"/>
        </pc:sldMkLst>
      </pc:sldChg>
      <pc:sldChg chg="del">
        <pc:chgData name="Thomas Beuchot" userId="f4d683cade09c368" providerId="LiveId" clId="{6B4CAC6A-A7EA-4AEF-A797-3A8E4E45B826}" dt="2025-02-11T12:03:53.885" v="23" actId="47"/>
        <pc:sldMkLst>
          <pc:docMk/>
          <pc:sldMk cId="3157346002" sldId="367"/>
        </pc:sldMkLst>
      </pc:sldChg>
      <pc:sldChg chg="del">
        <pc:chgData name="Thomas Beuchot" userId="f4d683cade09c368" providerId="LiveId" clId="{6B4CAC6A-A7EA-4AEF-A797-3A8E4E45B826}" dt="2025-02-11T12:03:55.380" v="25" actId="47"/>
        <pc:sldMkLst>
          <pc:docMk/>
          <pc:sldMk cId="1833106556" sldId="368"/>
        </pc:sldMkLst>
      </pc:sldChg>
      <pc:sldChg chg="del">
        <pc:chgData name="Thomas Beuchot" userId="f4d683cade09c368" providerId="LiveId" clId="{6B4CAC6A-A7EA-4AEF-A797-3A8E4E45B826}" dt="2025-02-11T12:03:54.615" v="24" actId="47"/>
        <pc:sldMkLst>
          <pc:docMk/>
          <pc:sldMk cId="3827713553" sldId="369"/>
        </pc:sldMkLst>
      </pc:sldChg>
      <pc:sldChg chg="del">
        <pc:chgData name="Thomas Beuchot" userId="f4d683cade09c368" providerId="LiveId" clId="{6B4CAC6A-A7EA-4AEF-A797-3A8E4E45B826}" dt="2025-02-11T12:03:56.707" v="27" actId="47"/>
        <pc:sldMkLst>
          <pc:docMk/>
          <pc:sldMk cId="264399571" sldId="370"/>
        </pc:sldMkLst>
      </pc:sldChg>
      <pc:sldChg chg="del">
        <pc:chgData name="Thomas Beuchot" userId="f4d683cade09c368" providerId="LiveId" clId="{6B4CAC6A-A7EA-4AEF-A797-3A8E4E45B826}" dt="2025-02-11T12:03:56.017" v="26" actId="47"/>
        <pc:sldMkLst>
          <pc:docMk/>
          <pc:sldMk cId="2066482127" sldId="371"/>
        </pc:sldMkLst>
      </pc:sldChg>
      <pc:sldChg chg="del">
        <pc:chgData name="Thomas Beuchot" userId="f4d683cade09c368" providerId="LiveId" clId="{6B4CAC6A-A7EA-4AEF-A797-3A8E4E45B826}" dt="2025-02-11T12:03:57.328" v="28" actId="47"/>
        <pc:sldMkLst>
          <pc:docMk/>
          <pc:sldMk cId="506113023" sldId="372"/>
        </pc:sldMkLst>
      </pc:sldChg>
      <pc:sldChg chg="del">
        <pc:chgData name="Thomas Beuchot" userId="f4d683cade09c368" providerId="LiveId" clId="{6B4CAC6A-A7EA-4AEF-A797-3A8E4E45B826}" dt="2025-02-11T12:03:58.366" v="29" actId="47"/>
        <pc:sldMkLst>
          <pc:docMk/>
          <pc:sldMk cId="3992808583" sldId="373"/>
        </pc:sldMkLst>
      </pc:sldChg>
      <pc:sldChg chg="del">
        <pc:chgData name="Thomas Beuchot" userId="f4d683cade09c368" providerId="LiveId" clId="{6B4CAC6A-A7EA-4AEF-A797-3A8E4E45B826}" dt="2025-02-11T12:04:05.523" v="31" actId="47"/>
        <pc:sldMkLst>
          <pc:docMk/>
          <pc:sldMk cId="2330272959" sldId="374"/>
        </pc:sldMkLst>
      </pc:sldChg>
      <pc:sldChg chg="modSp mod">
        <pc:chgData name="Thomas Beuchot" userId="f4d683cade09c368" providerId="LiveId" clId="{6B4CAC6A-A7EA-4AEF-A797-3A8E4E45B826}" dt="2025-02-11T17:27:44.338" v="1907" actId="20577"/>
        <pc:sldMkLst>
          <pc:docMk/>
          <pc:sldMk cId="3043405444" sldId="375"/>
        </pc:sldMkLst>
        <pc:spChg chg="mod">
          <ac:chgData name="Thomas Beuchot" userId="f4d683cade09c368" providerId="LiveId" clId="{6B4CAC6A-A7EA-4AEF-A797-3A8E4E45B826}" dt="2025-02-11T17:27:44.338" v="1907" actId="20577"/>
          <ac:spMkLst>
            <pc:docMk/>
            <pc:sldMk cId="3043405444" sldId="375"/>
            <ac:spMk id="4" creationId="{3F4803C0-584C-299D-C036-70955EF20141}"/>
          </ac:spMkLst>
        </pc:spChg>
      </pc:sldChg>
      <pc:sldChg chg="del">
        <pc:chgData name="Thomas Beuchot" userId="f4d683cade09c368" providerId="LiveId" clId="{6B4CAC6A-A7EA-4AEF-A797-3A8E4E45B826}" dt="2025-02-11T12:03:41.573" v="6" actId="47"/>
        <pc:sldMkLst>
          <pc:docMk/>
          <pc:sldMk cId="514214538" sldId="376"/>
        </pc:sldMkLst>
      </pc:sldChg>
      <pc:sldChg chg="addSp delSp modSp add mod">
        <pc:chgData name="Thomas Beuchot" userId="f4d683cade09c368" providerId="LiveId" clId="{6B4CAC6A-A7EA-4AEF-A797-3A8E4E45B826}" dt="2025-02-11T12:31:42.751" v="505" actId="22"/>
        <pc:sldMkLst>
          <pc:docMk/>
          <pc:sldMk cId="3646921900" sldId="376"/>
        </pc:sldMkLst>
        <pc:spChg chg="mod">
          <ac:chgData name="Thomas Beuchot" userId="f4d683cade09c368" providerId="LiveId" clId="{6B4CAC6A-A7EA-4AEF-A797-3A8E4E45B826}" dt="2025-02-11T12:06:19.563" v="135" actId="123"/>
          <ac:spMkLst>
            <pc:docMk/>
            <pc:sldMk cId="3646921900" sldId="376"/>
            <ac:spMk id="2" creationId="{1F7F02C1-04EB-3234-95DA-7EE190FF7077}"/>
          </ac:spMkLst>
        </pc:spChg>
      </pc:sldChg>
      <pc:sldChg chg="addSp delSp modSp add mod">
        <pc:chgData name="Thomas Beuchot" userId="f4d683cade09c368" providerId="LiveId" clId="{6B4CAC6A-A7EA-4AEF-A797-3A8E4E45B826}" dt="2025-02-11T12:32:29.600" v="507" actId="22"/>
        <pc:sldMkLst>
          <pc:docMk/>
          <pc:sldMk cId="364828336" sldId="377"/>
        </pc:sldMkLst>
      </pc:sldChg>
      <pc:sldChg chg="del">
        <pc:chgData name="Thomas Beuchot" userId="f4d683cade09c368" providerId="LiveId" clId="{6B4CAC6A-A7EA-4AEF-A797-3A8E4E45B826}" dt="2025-02-11T12:04:06.199" v="32" actId="47"/>
        <pc:sldMkLst>
          <pc:docMk/>
          <pc:sldMk cId="4143465172" sldId="377"/>
        </pc:sldMkLst>
      </pc:sldChg>
      <pc:sldChg chg="addSp delSp modSp add mod">
        <pc:chgData name="Thomas Beuchot" userId="f4d683cade09c368" providerId="LiveId" clId="{6B4CAC6A-A7EA-4AEF-A797-3A8E4E45B826}" dt="2025-02-11T12:38:41.721" v="515" actId="22"/>
        <pc:sldMkLst>
          <pc:docMk/>
          <pc:sldMk cId="942041426" sldId="378"/>
        </pc:sldMkLst>
      </pc:sldChg>
      <pc:sldChg chg="addSp delSp modSp add mod">
        <pc:chgData name="Thomas Beuchot" userId="f4d683cade09c368" providerId="LiveId" clId="{6B4CAC6A-A7EA-4AEF-A797-3A8E4E45B826}" dt="2025-02-11T12:47:43.080" v="517" actId="22"/>
        <pc:sldMkLst>
          <pc:docMk/>
          <pc:sldMk cId="450238475" sldId="379"/>
        </pc:sldMkLst>
      </pc:sldChg>
      <pc:sldChg chg="add del">
        <pc:chgData name="Thomas Beuchot" userId="f4d683cade09c368" providerId="LiveId" clId="{6B4CAC6A-A7EA-4AEF-A797-3A8E4E45B826}" dt="2025-02-11T12:33:05.285" v="510"/>
        <pc:sldMkLst>
          <pc:docMk/>
          <pc:sldMk cId="597111261" sldId="380"/>
        </pc:sldMkLst>
      </pc:sldChg>
      <pc:sldChg chg="addSp delSp modSp add del mod">
        <pc:chgData name="Thomas Beuchot" userId="f4d683cade09c368" providerId="LiveId" clId="{6B4CAC6A-A7EA-4AEF-A797-3A8E4E45B826}" dt="2025-02-11T12:34:52.595" v="513" actId="22"/>
        <pc:sldMkLst>
          <pc:docMk/>
          <pc:sldMk cId="1319659123" sldId="380"/>
        </pc:sldMkLst>
      </pc:sldChg>
      <pc:sldChg chg="add del">
        <pc:chgData name="Thomas Beuchot" userId="f4d683cade09c368" providerId="LiveId" clId="{6B4CAC6A-A7EA-4AEF-A797-3A8E4E45B826}" dt="2025-02-11T12:13:52.312" v="500"/>
        <pc:sldMkLst>
          <pc:docMk/>
          <pc:sldMk cId="3674880121" sldId="381"/>
        </pc:sldMkLst>
      </pc:sldChg>
      <pc:sldChg chg="addSp delSp modSp add mod">
        <pc:chgData name="Thomas Beuchot" userId="f4d683cade09c368" providerId="LiveId" clId="{6B4CAC6A-A7EA-4AEF-A797-3A8E4E45B826}" dt="2025-02-11T17:29:59.564" v="1931" actId="20577"/>
        <pc:sldMkLst>
          <pc:docMk/>
          <pc:sldMk cId="3912952421" sldId="381"/>
        </pc:sldMkLst>
      </pc:sldChg>
      <pc:sldChg chg="modSp add mod">
        <pc:chgData name="Thomas Beuchot" userId="f4d683cade09c368" providerId="LiveId" clId="{6B4CAC6A-A7EA-4AEF-A797-3A8E4E45B826}" dt="2025-02-11T17:17:50.270" v="1124" actId="20577"/>
        <pc:sldMkLst>
          <pc:docMk/>
          <pc:sldMk cId="1104979650" sldId="382"/>
        </pc:sldMkLst>
        <pc:spChg chg="mod">
          <ac:chgData name="Thomas Beuchot" userId="f4d683cade09c368" providerId="LiveId" clId="{6B4CAC6A-A7EA-4AEF-A797-3A8E4E45B826}" dt="2025-02-11T17:17:50.270" v="1124" actId="20577"/>
          <ac:spMkLst>
            <pc:docMk/>
            <pc:sldMk cId="1104979650" sldId="382"/>
            <ac:spMk id="4" creationId="{E8DA8403-8EDA-8F06-1EBE-FFFAA0E4771A}"/>
          </ac:spMkLst>
        </pc:spChg>
      </pc:sldChg>
      <pc:sldChg chg="addSp modSp add mod">
        <pc:chgData name="Thomas Beuchot" userId="f4d683cade09c368" providerId="LiveId" clId="{6B4CAC6A-A7EA-4AEF-A797-3A8E4E45B826}" dt="2025-02-11T17:30:06.749" v="1957" actId="20577"/>
        <pc:sldMkLst>
          <pc:docMk/>
          <pc:sldMk cId="2016725665" sldId="383"/>
        </pc:sldMkLst>
      </pc:sldChg>
      <pc:sldChg chg="addSp delSp modSp add mod">
        <pc:chgData name="Thomas Beuchot" userId="f4d683cade09c368" providerId="LiveId" clId="{6B4CAC6A-A7EA-4AEF-A797-3A8E4E45B826}" dt="2025-02-11T17:10:31.595" v="841" actId="22"/>
        <pc:sldMkLst>
          <pc:docMk/>
          <pc:sldMk cId="3972559448" sldId="384"/>
        </pc:sldMkLst>
      </pc:sldChg>
      <pc:sldChg chg="addSp delSp modSp add mod">
        <pc:chgData name="Thomas Beuchot" userId="f4d683cade09c368" providerId="LiveId" clId="{6B4CAC6A-A7EA-4AEF-A797-3A8E4E45B826}" dt="2025-02-11T17:17:04.432" v="1097" actId="20577"/>
        <pc:sldMkLst>
          <pc:docMk/>
          <pc:sldMk cId="3590968608" sldId="385"/>
        </pc:sldMkLst>
      </pc:sldChg>
      <pc:sldChg chg="modSp add mod ord">
        <pc:chgData name="Thomas Beuchot" userId="f4d683cade09c368" providerId="LiveId" clId="{6B4CAC6A-A7EA-4AEF-A797-3A8E4E45B826}" dt="2025-02-11T17:12:01.794" v="984"/>
        <pc:sldMkLst>
          <pc:docMk/>
          <pc:sldMk cId="4139943367" sldId="386"/>
        </pc:sldMkLst>
      </pc:sldChg>
      <pc:sldChg chg="modSp add mod">
        <pc:chgData name="Thomas Beuchot" userId="f4d683cade09c368" providerId="LiveId" clId="{6B4CAC6A-A7EA-4AEF-A797-3A8E4E45B826}" dt="2025-02-11T17:20:35.541" v="1240" actId="113"/>
        <pc:sldMkLst>
          <pc:docMk/>
          <pc:sldMk cId="4292653198" sldId="387"/>
        </pc:sldMkLst>
      </pc:sldChg>
      <pc:sldChg chg="addSp delSp modSp add mod">
        <pc:chgData name="Thomas Beuchot" userId="f4d683cade09c368" providerId="LiveId" clId="{6B4CAC6A-A7EA-4AEF-A797-3A8E4E45B826}" dt="2025-02-11T17:14:40.681" v="1046" actId="1076"/>
        <pc:sldMkLst>
          <pc:docMk/>
          <pc:sldMk cId="3250656850" sldId="388"/>
        </pc:sldMkLst>
      </pc:sldChg>
      <pc:sldChg chg="add del">
        <pc:chgData name="Thomas Beuchot" userId="f4d683cade09c368" providerId="LiveId" clId="{6B4CAC6A-A7EA-4AEF-A797-3A8E4E45B826}" dt="2025-02-11T17:12:40.370" v="1008"/>
        <pc:sldMkLst>
          <pc:docMk/>
          <pc:sldMk cId="4189638528" sldId="388"/>
        </pc:sldMkLst>
      </pc:sldChg>
      <pc:sldChg chg="addSp delSp modSp add mod">
        <pc:chgData name="Thomas Beuchot" userId="f4d683cade09c368" providerId="LiveId" clId="{6B4CAC6A-A7EA-4AEF-A797-3A8E4E45B826}" dt="2025-02-11T17:16:03.597" v="1058"/>
        <pc:sldMkLst>
          <pc:docMk/>
          <pc:sldMk cId="536414210" sldId="389"/>
        </pc:sldMkLst>
      </pc:sldChg>
      <pc:sldChg chg="modSp add mod">
        <pc:chgData name="Thomas Beuchot" userId="f4d683cade09c368" providerId="LiveId" clId="{6B4CAC6A-A7EA-4AEF-A797-3A8E4E45B826}" dt="2025-02-11T17:16:32.983" v="1065"/>
        <pc:sldMkLst>
          <pc:docMk/>
          <pc:sldMk cId="3718112672" sldId="390"/>
        </pc:sldMkLst>
      </pc:sldChg>
      <pc:sldChg chg="addSp delSp modSp add mod">
        <pc:chgData name="Thomas Beuchot" userId="f4d683cade09c368" providerId="LiveId" clId="{6B4CAC6A-A7EA-4AEF-A797-3A8E4E45B826}" dt="2025-02-11T17:17:36.347" v="1105" actId="1076"/>
        <pc:sldMkLst>
          <pc:docMk/>
          <pc:sldMk cId="4290212982" sldId="391"/>
        </pc:sldMkLst>
      </pc:sldChg>
      <pc:sldChg chg="modSp add mod">
        <pc:chgData name="Thomas Beuchot" userId="f4d683cade09c368" providerId="LiveId" clId="{6B4CAC6A-A7EA-4AEF-A797-3A8E4E45B826}" dt="2025-02-11T17:20:32.134" v="1239" actId="113"/>
        <pc:sldMkLst>
          <pc:docMk/>
          <pc:sldMk cId="4183417489" sldId="392"/>
        </pc:sldMkLst>
      </pc:sldChg>
      <pc:sldChg chg="addSp delSp modSp add mod">
        <pc:chgData name="Thomas Beuchot" userId="f4d683cade09c368" providerId="LiveId" clId="{6B4CAC6A-A7EA-4AEF-A797-3A8E4E45B826}" dt="2025-02-11T17:20:14.894" v="1233" actId="14100"/>
        <pc:sldMkLst>
          <pc:docMk/>
          <pc:sldMk cId="2762613860" sldId="393"/>
        </pc:sldMkLst>
      </pc:sldChg>
      <pc:sldChg chg="modSp add mod">
        <pc:chgData name="Thomas Beuchot" userId="f4d683cade09c368" providerId="LiveId" clId="{6B4CAC6A-A7EA-4AEF-A797-3A8E4E45B826}" dt="2025-02-11T17:20:45.604" v="1241"/>
        <pc:sldMkLst>
          <pc:docMk/>
          <pc:sldMk cId="1062175933" sldId="394"/>
        </pc:sldMkLst>
      </pc:sldChg>
      <pc:sldChg chg="addSp delSp modSp add mod ord">
        <pc:chgData name="Thomas Beuchot" userId="f4d683cade09c368" providerId="LiveId" clId="{6B4CAC6A-A7EA-4AEF-A797-3A8E4E45B826}" dt="2025-02-11T17:21:30.576" v="1247" actId="1076"/>
        <pc:sldMkLst>
          <pc:docMk/>
          <pc:sldMk cId="1408676739" sldId="395"/>
        </pc:sldMkLst>
      </pc:sldChg>
      <pc:sldChg chg="delSp add del">
        <pc:chgData name="Thomas Beuchot" userId="f4d683cade09c368" providerId="LiveId" clId="{6B4CAC6A-A7EA-4AEF-A797-3A8E4E45B826}" dt="2025-02-11T17:21:42.637" v="1251" actId="47"/>
        <pc:sldMkLst>
          <pc:docMk/>
          <pc:sldMk cId="2515190232" sldId="396"/>
        </pc:sldMkLst>
      </pc:sldChg>
      <pc:sldChg chg="addSp delSp modSp add mod modAnim">
        <pc:chgData name="Thomas Beuchot" userId="f4d683cade09c368" providerId="LiveId" clId="{6B4CAC6A-A7EA-4AEF-A797-3A8E4E45B826}" dt="2025-02-11T17:23:03.691" v="1258" actId="1076"/>
        <pc:sldMkLst>
          <pc:docMk/>
          <pc:sldMk cId="2653748337" sldId="397"/>
        </pc:sldMkLst>
      </pc:sldChg>
      <pc:sldChg chg="modSp add mod">
        <pc:chgData name="Thomas Beuchot" userId="f4d683cade09c368" providerId="LiveId" clId="{6B4CAC6A-A7EA-4AEF-A797-3A8E4E45B826}" dt="2025-02-11T17:25:03.591" v="1489" actId="20577"/>
        <pc:sldMkLst>
          <pc:docMk/>
          <pc:sldMk cId="3127712701" sldId="398"/>
        </pc:sldMkLst>
      </pc:sldChg>
      <pc:sldChg chg="modSp add mod">
        <pc:chgData name="Thomas Beuchot" userId="f4d683cade09c368" providerId="LiveId" clId="{6B4CAC6A-A7EA-4AEF-A797-3A8E4E45B826}" dt="2025-02-11T17:25:22.040" v="1586" actId="20577"/>
        <pc:sldMkLst>
          <pc:docMk/>
          <pc:sldMk cId="3575741411" sldId="399"/>
        </pc:sldMkLst>
      </pc:sldChg>
      <pc:sldChg chg="modSp add mod">
        <pc:chgData name="Thomas Beuchot" userId="f4d683cade09c368" providerId="LiveId" clId="{6B4CAC6A-A7EA-4AEF-A797-3A8E4E45B826}" dt="2025-02-11T17:26:53.972" v="1829" actId="20577"/>
        <pc:sldMkLst>
          <pc:docMk/>
          <pc:sldMk cId="1122047904" sldId="400"/>
        </pc:sldMkLst>
      </pc:sldChg>
      <pc:sldChg chg="add del">
        <pc:chgData name="Thomas Beuchot" userId="f4d683cade09c368" providerId="LiveId" clId="{6B4CAC6A-A7EA-4AEF-A797-3A8E4E45B826}" dt="2025-02-11T17:27:07.528" v="1832"/>
        <pc:sldMkLst>
          <pc:docMk/>
          <pc:sldMk cId="2568871720" sldId="401"/>
        </pc:sldMkLst>
      </pc:sldChg>
      <pc:sldChg chg="modSp add mod">
        <pc:chgData name="Thomas Beuchot" userId="f4d683cade09c368" providerId="LiveId" clId="{6B4CAC6A-A7EA-4AEF-A797-3A8E4E45B826}" dt="2025-02-11T17:27:11.822" v="1848" actId="20577"/>
        <pc:sldMkLst>
          <pc:docMk/>
          <pc:sldMk cId="3882666722" sldId="401"/>
        </pc:sldMkLst>
        <pc:spChg chg="mod">
          <ac:chgData name="Thomas Beuchot" userId="f4d683cade09c368" providerId="LiveId" clId="{6B4CAC6A-A7EA-4AEF-A797-3A8E4E45B826}" dt="2025-02-11T17:27:11.822" v="1848" actId="20577"/>
          <ac:spMkLst>
            <pc:docMk/>
            <pc:sldMk cId="3882666722" sldId="401"/>
            <ac:spMk id="4" creationId="{DF527B61-1E29-72A9-6187-5FC92EA53D87}"/>
          </ac:spMkLst>
        </pc:spChg>
      </pc:sldChg>
      <pc:sldChg chg="add del">
        <pc:chgData name="Thomas Beuchot" userId="f4d683cade09c368" providerId="LiveId" clId="{6B4CAC6A-A7EA-4AEF-A797-3A8E4E45B826}" dt="2025-02-11T17:29:47.103" v="1909"/>
        <pc:sldMkLst>
          <pc:docMk/>
          <pc:sldMk cId="2011799680" sldId="402"/>
        </pc:sldMkLst>
      </pc:sldChg>
    </pc:docChg>
  </pc:docChgLst>
  <pc:docChgLst>
    <pc:chgData name="Thomas Beuchot" userId="f4d683cade09c368" providerId="LiveId" clId="{802F1900-6CF4-41E7-BD88-EEB451EFD43C}"/>
    <pc:docChg chg="undo redo custSel addSld delSld modSld">
      <pc:chgData name="Thomas Beuchot" userId="f4d683cade09c368" providerId="LiveId" clId="{802F1900-6CF4-41E7-BD88-EEB451EFD43C}" dt="2025-01-20T10:31:38.544" v="3929" actId="20577"/>
      <pc:docMkLst>
        <pc:docMk/>
      </pc:docMkLst>
      <pc:sldChg chg="delSp modSp mod">
        <pc:chgData name="Thomas Beuchot" userId="f4d683cade09c368" providerId="LiveId" clId="{802F1900-6CF4-41E7-BD88-EEB451EFD43C}" dt="2025-01-16T15:03:24.207" v="50" actId="20577"/>
        <pc:sldMkLst>
          <pc:docMk/>
          <pc:sldMk cId="0" sldId="315"/>
        </pc:sldMkLst>
        <pc:spChg chg="mod">
          <ac:chgData name="Thomas Beuchot" userId="f4d683cade09c368" providerId="LiveId" clId="{802F1900-6CF4-41E7-BD88-EEB451EFD43C}" dt="2025-01-16T15:03:24.207" v="50" actId="20577"/>
          <ac:spMkLst>
            <pc:docMk/>
            <pc:sldMk cId="0" sldId="315"/>
            <ac:spMk id="2" creationId="{6CE172F0-663C-68E1-FDE1-4E206150EEB5}"/>
          </ac:spMkLst>
        </pc:spChg>
      </pc:sldChg>
      <pc:sldChg chg="addSp delSp modSp mod modAnim">
        <pc:chgData name="Thomas Beuchot" userId="f4d683cade09c368" providerId="LiveId" clId="{802F1900-6CF4-41E7-BD88-EEB451EFD43C}" dt="2025-01-20T10:14:57.568" v="3786"/>
        <pc:sldMkLst>
          <pc:docMk/>
          <pc:sldMk cId="0" sldId="340"/>
        </pc:sldMkLst>
      </pc:sldChg>
      <pc:sldChg chg="addSp delSp modSp add del mod">
        <pc:chgData name="Thomas Beuchot" userId="f4d683cade09c368" providerId="LiveId" clId="{802F1900-6CF4-41E7-BD88-EEB451EFD43C}" dt="2025-01-20T10:15:14.489" v="3787" actId="47"/>
        <pc:sldMkLst>
          <pc:docMk/>
          <pc:sldMk cId="709495117" sldId="341"/>
        </pc:sldMkLst>
      </pc:sldChg>
      <pc:sldChg chg="addSp delSp modSp add mod modAnim">
        <pc:chgData name="Thomas Beuchot" userId="f4d683cade09c368" providerId="LiveId" clId="{802F1900-6CF4-41E7-BD88-EEB451EFD43C}" dt="2025-01-20T10:15:17.455" v="3788"/>
        <pc:sldMkLst>
          <pc:docMk/>
          <pc:sldMk cId="261873433" sldId="342"/>
        </pc:sldMkLst>
      </pc:sldChg>
      <pc:sldChg chg="add del">
        <pc:chgData name="Thomas Beuchot" userId="f4d683cade09c368" providerId="LiveId" clId="{802F1900-6CF4-41E7-BD88-EEB451EFD43C}" dt="2025-01-16T15:23:04.256" v="436"/>
        <pc:sldMkLst>
          <pc:docMk/>
          <pc:sldMk cId="605492873" sldId="342"/>
        </pc:sldMkLst>
      </pc:sldChg>
      <pc:sldChg chg="add del">
        <pc:chgData name="Thomas Beuchot" userId="f4d683cade09c368" providerId="LiveId" clId="{802F1900-6CF4-41E7-BD88-EEB451EFD43C}" dt="2025-01-16T15:23:12.514" v="438" actId="47"/>
        <pc:sldMkLst>
          <pc:docMk/>
          <pc:sldMk cId="1732327821" sldId="342"/>
        </pc:sldMkLst>
      </pc:sldChg>
      <pc:sldChg chg="addSp delSp modSp add mod">
        <pc:chgData name="Thomas Beuchot" userId="f4d683cade09c368" providerId="LiveId" clId="{802F1900-6CF4-41E7-BD88-EEB451EFD43C}" dt="2025-01-16T15:38:03.228" v="1473" actId="255"/>
        <pc:sldMkLst>
          <pc:docMk/>
          <pc:sldMk cId="4068436247" sldId="343"/>
        </pc:sldMkLst>
      </pc:sldChg>
      <pc:sldChg chg="addSp delSp modSp add mod modAnim">
        <pc:chgData name="Thomas Beuchot" userId="f4d683cade09c368" providerId="LiveId" clId="{802F1900-6CF4-41E7-BD88-EEB451EFD43C}" dt="2025-01-20T10:31:38.544" v="3929" actId="20577"/>
        <pc:sldMkLst>
          <pc:docMk/>
          <pc:sldMk cId="1632239818" sldId="344"/>
        </pc:sldMkLst>
      </pc:sldChg>
      <pc:sldChg chg="modSp add mod">
        <pc:chgData name="Thomas Beuchot" userId="f4d683cade09c368" providerId="LiveId" clId="{802F1900-6CF4-41E7-BD88-EEB451EFD43C}" dt="2025-01-16T15:38:24.956" v="1526" actId="1076"/>
        <pc:sldMkLst>
          <pc:docMk/>
          <pc:sldMk cId="1801281985" sldId="345"/>
        </pc:sldMkLst>
      </pc:sldChg>
      <pc:sldChg chg="modSp add mod">
        <pc:chgData name="Thomas Beuchot" userId="f4d683cade09c368" providerId="LiveId" clId="{802F1900-6CF4-41E7-BD88-EEB451EFD43C}" dt="2025-01-20T10:31:08.298" v="3926"/>
        <pc:sldMkLst>
          <pc:docMk/>
          <pc:sldMk cId="1138840182" sldId="346"/>
        </pc:sldMkLst>
      </pc:sldChg>
      <pc:sldChg chg="addSp delSp modSp add mod modAnim">
        <pc:chgData name="Thomas Beuchot" userId="f4d683cade09c368" providerId="LiveId" clId="{802F1900-6CF4-41E7-BD88-EEB451EFD43C}" dt="2025-01-20T10:30:47.348" v="3925" actId="20577"/>
        <pc:sldMkLst>
          <pc:docMk/>
          <pc:sldMk cId="2137667428" sldId="347"/>
        </pc:sldMkLst>
      </pc:sldChg>
      <pc:sldChg chg="addSp delSp modSp add mod">
        <pc:chgData name="Thomas Beuchot" userId="f4d683cade09c368" providerId="LiveId" clId="{802F1900-6CF4-41E7-BD88-EEB451EFD43C}" dt="2025-01-20T10:29:21.086" v="3892" actId="20577"/>
        <pc:sldMkLst>
          <pc:docMk/>
          <pc:sldMk cId="3814319893" sldId="348"/>
        </pc:sldMkLst>
      </pc:sldChg>
      <pc:sldChg chg="modSp add mod">
        <pc:chgData name="Thomas Beuchot" userId="f4d683cade09c368" providerId="LiveId" clId="{802F1900-6CF4-41E7-BD88-EEB451EFD43C}" dt="2025-01-16T15:50:32.809" v="2555" actId="20577"/>
        <pc:sldMkLst>
          <pc:docMk/>
          <pc:sldMk cId="1341060179" sldId="349"/>
        </pc:sldMkLst>
      </pc:sldChg>
      <pc:sldChg chg="modSp add mod">
        <pc:chgData name="Thomas Beuchot" userId="f4d683cade09c368" providerId="LiveId" clId="{802F1900-6CF4-41E7-BD88-EEB451EFD43C}" dt="2025-01-16T15:58:58.659" v="3554" actId="20577"/>
        <pc:sldMkLst>
          <pc:docMk/>
          <pc:sldMk cId="3140184169" sldId="350"/>
        </pc:sldMkLst>
      </pc:sldChg>
      <pc:sldChg chg="modSp add mod">
        <pc:chgData name="Thomas Beuchot" userId="f4d683cade09c368" providerId="LiveId" clId="{802F1900-6CF4-41E7-BD88-EEB451EFD43C}" dt="2025-01-20T10:26:04.872" v="3825" actId="113"/>
        <pc:sldMkLst>
          <pc:docMk/>
          <pc:sldMk cId="994990203" sldId="351"/>
        </pc:sldMkLst>
      </pc:sldChg>
      <pc:sldChg chg="addSp delSp modSp add mod">
        <pc:chgData name="Thomas Beuchot" userId="f4d683cade09c368" providerId="LiveId" clId="{802F1900-6CF4-41E7-BD88-EEB451EFD43C}" dt="2025-01-16T16:09:22.720" v="3698" actId="22"/>
        <pc:sldMkLst>
          <pc:docMk/>
          <pc:sldMk cId="1862178159" sldId="352"/>
        </pc:sldMkLst>
      </pc:sldChg>
      <pc:sldChg chg="modSp add mod">
        <pc:chgData name="Thomas Beuchot" userId="f4d683cade09c368" providerId="LiveId" clId="{802F1900-6CF4-41E7-BD88-EEB451EFD43C}" dt="2025-01-20T10:26:37.775" v="3830"/>
        <pc:sldMkLst>
          <pc:docMk/>
          <pc:sldMk cId="2595870816" sldId="353"/>
        </pc:sldMkLst>
      </pc:sldChg>
    </pc:docChg>
  </pc:docChgLst>
  <pc:docChgLst>
    <pc:chgData name="Thomas Beuchot" userId="f4d683cade09c368" providerId="LiveId" clId="{9AD601B3-104C-2C40-8927-469F7A25B954}"/>
    <pc:docChg chg="modSld">
      <pc:chgData name="Thomas Beuchot" userId="f4d683cade09c368" providerId="LiveId" clId="{9AD601B3-104C-2C40-8927-469F7A25B954}" dt="2025-02-13T07:16:55.714" v="3" actId="20577"/>
      <pc:docMkLst>
        <pc:docMk/>
      </pc:docMkLst>
      <pc:sldChg chg="modSp">
        <pc:chgData name="Thomas Beuchot" userId="f4d683cade09c368" providerId="LiveId" clId="{9AD601B3-104C-2C40-8927-469F7A25B954}" dt="2025-02-13T07:16:55.714" v="3" actId="20577"/>
        <pc:sldMkLst>
          <pc:docMk/>
          <pc:sldMk cId="1104979650" sldId="382"/>
        </pc:sldMkLst>
        <pc:spChg chg="mod">
          <ac:chgData name="Thomas Beuchot" userId="f4d683cade09c368" providerId="LiveId" clId="{9AD601B3-104C-2C40-8927-469F7A25B954}" dt="2025-02-13T07:16:55.714" v="3" actId="20577"/>
          <ac:spMkLst>
            <pc:docMk/>
            <pc:sldMk cId="1104979650" sldId="382"/>
            <ac:spMk id="4" creationId="{E8DA8403-8EDA-8F06-1EBE-FFFAA0E4771A}"/>
          </ac:spMkLst>
        </pc:spChg>
      </pc:sldChg>
    </pc:docChg>
  </pc:docChgLst>
  <pc:docChgLst>
    <pc:chgData name="Thomas Beuchot" userId="f4d683cade09c368" providerId="LiveId" clId="{09C43000-C698-469D-B42F-A2A94C798DCD}"/>
    <pc:docChg chg="undo custSel addSld delSld modSld">
      <pc:chgData name="Thomas Beuchot" userId="f4d683cade09c368" providerId="LiveId" clId="{09C43000-C698-469D-B42F-A2A94C798DCD}" dt="2025-01-30T15:14:11.722" v="3444"/>
      <pc:docMkLst>
        <pc:docMk/>
      </pc:docMkLst>
      <pc:sldChg chg="modSp mod">
        <pc:chgData name="Thomas Beuchot" userId="f4d683cade09c368" providerId="LiveId" clId="{09C43000-C698-469D-B42F-A2A94C798DCD}" dt="2025-01-30T12:16:51.938" v="41" actId="20577"/>
        <pc:sldMkLst>
          <pc:docMk/>
          <pc:sldMk cId="0" sldId="315"/>
        </pc:sldMkLst>
        <pc:spChg chg="mod">
          <ac:chgData name="Thomas Beuchot" userId="f4d683cade09c368" providerId="LiveId" clId="{09C43000-C698-469D-B42F-A2A94C798DCD}" dt="2025-01-30T12:16:51.938" v="41" actId="20577"/>
          <ac:spMkLst>
            <pc:docMk/>
            <pc:sldMk cId="0" sldId="315"/>
            <ac:spMk id="2" creationId="{6CE172F0-663C-68E1-FDE1-4E206150EEB5}"/>
          </ac:spMkLst>
        </pc:spChg>
      </pc:sldChg>
      <pc:sldChg chg="addSp delSp modSp mod delAnim modAnim">
        <pc:chgData name="Thomas Beuchot" userId="f4d683cade09c368" providerId="LiveId" clId="{09C43000-C698-469D-B42F-A2A94C798DCD}" dt="2025-01-30T13:45:45.438" v="2527" actId="20577"/>
        <pc:sldMkLst>
          <pc:docMk/>
          <pc:sldMk cId="0" sldId="340"/>
        </pc:sldMkLst>
      </pc:sldChg>
      <pc:sldChg chg="modSp del mod">
        <pc:chgData name="Thomas Beuchot" userId="f4d683cade09c368" providerId="LiveId" clId="{09C43000-C698-469D-B42F-A2A94C798DCD}" dt="2025-01-30T13:11:25.650" v="1220" actId="47"/>
        <pc:sldMkLst>
          <pc:docMk/>
          <pc:sldMk cId="261873433" sldId="342"/>
        </pc:sldMkLst>
      </pc:sldChg>
      <pc:sldChg chg="del">
        <pc:chgData name="Thomas Beuchot" userId="f4d683cade09c368" providerId="LiveId" clId="{09C43000-C698-469D-B42F-A2A94C798DCD}" dt="2025-01-30T13:14:52.888" v="1511" actId="47"/>
        <pc:sldMkLst>
          <pc:docMk/>
          <pc:sldMk cId="4068436247" sldId="343"/>
        </pc:sldMkLst>
      </pc:sldChg>
      <pc:sldChg chg="del">
        <pc:chgData name="Thomas Beuchot" userId="f4d683cade09c368" providerId="LiveId" clId="{09C43000-C698-469D-B42F-A2A94C798DCD}" dt="2025-01-30T13:14:52.040" v="1510" actId="47"/>
        <pc:sldMkLst>
          <pc:docMk/>
          <pc:sldMk cId="1632239818" sldId="344"/>
        </pc:sldMkLst>
      </pc:sldChg>
      <pc:sldChg chg="del">
        <pc:chgData name="Thomas Beuchot" userId="f4d683cade09c368" providerId="LiveId" clId="{09C43000-C698-469D-B42F-A2A94C798DCD}" dt="2025-01-30T13:14:54.809" v="1512" actId="47"/>
        <pc:sldMkLst>
          <pc:docMk/>
          <pc:sldMk cId="1801281985" sldId="345"/>
        </pc:sldMkLst>
      </pc:sldChg>
      <pc:sldChg chg="del">
        <pc:chgData name="Thomas Beuchot" userId="f4d683cade09c368" providerId="LiveId" clId="{09C43000-C698-469D-B42F-A2A94C798DCD}" dt="2025-01-30T13:14:55.397" v="1513" actId="47"/>
        <pc:sldMkLst>
          <pc:docMk/>
          <pc:sldMk cId="1138840182" sldId="346"/>
        </pc:sldMkLst>
      </pc:sldChg>
      <pc:sldChg chg="del">
        <pc:chgData name="Thomas Beuchot" userId="f4d683cade09c368" providerId="LiveId" clId="{09C43000-C698-469D-B42F-A2A94C798DCD}" dt="2025-01-30T13:14:56.785" v="1514" actId="47"/>
        <pc:sldMkLst>
          <pc:docMk/>
          <pc:sldMk cId="2137667428" sldId="347"/>
        </pc:sldMkLst>
      </pc:sldChg>
      <pc:sldChg chg="del">
        <pc:chgData name="Thomas Beuchot" userId="f4d683cade09c368" providerId="LiveId" clId="{09C43000-C698-469D-B42F-A2A94C798DCD}" dt="2025-01-30T13:15:03.482" v="1515" actId="47"/>
        <pc:sldMkLst>
          <pc:docMk/>
          <pc:sldMk cId="3814319893" sldId="348"/>
        </pc:sldMkLst>
      </pc:sldChg>
      <pc:sldChg chg="modSp mod">
        <pc:chgData name="Thomas Beuchot" userId="f4d683cade09c368" providerId="LiveId" clId="{09C43000-C698-469D-B42F-A2A94C798DCD}" dt="2025-01-30T13:15:46.775" v="1583" actId="20577"/>
        <pc:sldMkLst>
          <pc:docMk/>
          <pc:sldMk cId="1341060179" sldId="349"/>
        </pc:sldMkLst>
      </pc:sldChg>
      <pc:sldChg chg="modSp mod">
        <pc:chgData name="Thomas Beuchot" userId="f4d683cade09c368" providerId="LiveId" clId="{09C43000-C698-469D-B42F-A2A94C798DCD}" dt="2025-01-30T14:01:40.287" v="2911" actId="20577"/>
        <pc:sldMkLst>
          <pc:docMk/>
          <pc:sldMk cId="3140184169" sldId="350"/>
        </pc:sldMkLst>
      </pc:sldChg>
      <pc:sldChg chg="del">
        <pc:chgData name="Thomas Beuchot" userId="f4d683cade09c368" providerId="LiveId" clId="{09C43000-C698-469D-B42F-A2A94C798DCD}" dt="2025-01-30T15:08:34.773" v="3287" actId="47"/>
        <pc:sldMkLst>
          <pc:docMk/>
          <pc:sldMk cId="994990203" sldId="351"/>
        </pc:sldMkLst>
      </pc:sldChg>
      <pc:sldChg chg="del">
        <pc:chgData name="Thomas Beuchot" userId="f4d683cade09c368" providerId="LiveId" clId="{09C43000-C698-469D-B42F-A2A94C798DCD}" dt="2025-01-30T14:04:35.820" v="3282" actId="47"/>
        <pc:sldMkLst>
          <pc:docMk/>
          <pc:sldMk cId="1862178159" sldId="352"/>
        </pc:sldMkLst>
      </pc:sldChg>
      <pc:sldChg chg="del">
        <pc:chgData name="Thomas Beuchot" userId="f4d683cade09c368" providerId="LiveId" clId="{09C43000-C698-469D-B42F-A2A94C798DCD}" dt="2025-01-30T15:08:35.408" v="3288" actId="47"/>
        <pc:sldMkLst>
          <pc:docMk/>
          <pc:sldMk cId="2595870816" sldId="353"/>
        </pc:sldMkLst>
      </pc:sldChg>
      <pc:sldChg chg="add del">
        <pc:chgData name="Thomas Beuchot" userId="f4d683cade09c368" providerId="LiveId" clId="{09C43000-C698-469D-B42F-A2A94C798DCD}" dt="2025-01-30T12:58:38.885" v="658" actId="47"/>
        <pc:sldMkLst>
          <pc:docMk/>
          <pc:sldMk cId="2532302436" sldId="354"/>
        </pc:sldMkLst>
      </pc:sldChg>
      <pc:sldChg chg="modSp add mod">
        <pc:chgData name="Thomas Beuchot" userId="f4d683cade09c368" providerId="LiveId" clId="{09C43000-C698-469D-B42F-A2A94C798DCD}" dt="2025-01-30T13:21:49.999" v="2011" actId="20577"/>
        <pc:sldMkLst>
          <pc:docMk/>
          <pc:sldMk cId="3029071102" sldId="354"/>
        </pc:sldMkLst>
      </pc:sldChg>
      <pc:sldChg chg="modSp add del mod">
        <pc:chgData name="Thomas Beuchot" userId="f4d683cade09c368" providerId="LiveId" clId="{09C43000-C698-469D-B42F-A2A94C798DCD}" dt="2025-01-30T12:59:31.223" v="671" actId="47"/>
        <pc:sldMkLst>
          <pc:docMk/>
          <pc:sldMk cId="1435655206" sldId="355"/>
        </pc:sldMkLst>
      </pc:sldChg>
      <pc:sldChg chg="addSp delSp modSp add mod delAnim modAnim">
        <pc:chgData name="Thomas Beuchot" userId="f4d683cade09c368" providerId="LiveId" clId="{09C43000-C698-469D-B42F-A2A94C798DCD}" dt="2025-01-30T13:11:16.875" v="1219"/>
        <pc:sldMkLst>
          <pc:docMk/>
          <pc:sldMk cId="2662242035" sldId="355"/>
        </pc:sldMkLst>
      </pc:sldChg>
      <pc:sldChg chg="addSp delSp modSp add mod modAnim">
        <pc:chgData name="Thomas Beuchot" userId="f4d683cade09c368" providerId="LiveId" clId="{09C43000-C698-469D-B42F-A2A94C798DCD}" dt="2025-01-30T13:18:19.950" v="1897" actId="1076"/>
        <pc:sldMkLst>
          <pc:docMk/>
          <pc:sldMk cId="1839013219" sldId="356"/>
        </pc:sldMkLst>
      </pc:sldChg>
      <pc:sldChg chg="addSp delSp modSp add mod delAnim modNotesTx">
        <pc:chgData name="Thomas Beuchot" userId="f4d683cade09c368" providerId="LiveId" clId="{09C43000-C698-469D-B42F-A2A94C798DCD}" dt="2025-01-30T13:25:13.202" v="2125" actId="113"/>
        <pc:sldMkLst>
          <pc:docMk/>
          <pc:sldMk cId="1794088714" sldId="357"/>
        </pc:sldMkLst>
      </pc:sldChg>
      <pc:sldChg chg="delSp new del mod">
        <pc:chgData name="Thomas Beuchot" userId="f4d683cade09c368" providerId="LiveId" clId="{09C43000-C698-469D-B42F-A2A94C798DCD}" dt="2025-01-30T13:25:39.021" v="2130" actId="47"/>
        <pc:sldMkLst>
          <pc:docMk/>
          <pc:sldMk cId="3799892099" sldId="358"/>
        </pc:sldMkLst>
      </pc:sldChg>
      <pc:sldChg chg="addSp delSp modSp add">
        <pc:chgData name="Thomas Beuchot" userId="f4d683cade09c368" providerId="LiveId" clId="{09C43000-C698-469D-B42F-A2A94C798DCD}" dt="2025-01-30T13:28:39.034" v="2135"/>
        <pc:sldMkLst>
          <pc:docMk/>
          <pc:sldMk cId="333262650" sldId="359"/>
        </pc:sldMkLst>
      </pc:sldChg>
      <pc:sldChg chg="addSp delSp modSp add mod modNotesTx">
        <pc:chgData name="Thomas Beuchot" userId="f4d683cade09c368" providerId="LiveId" clId="{09C43000-C698-469D-B42F-A2A94C798DCD}" dt="2025-01-30T13:28:57.803" v="2141"/>
        <pc:sldMkLst>
          <pc:docMk/>
          <pc:sldMk cId="2364501933" sldId="360"/>
        </pc:sldMkLst>
      </pc:sldChg>
      <pc:sldChg chg="addSp delSp modSp add mod">
        <pc:chgData name="Thomas Beuchot" userId="f4d683cade09c368" providerId="LiveId" clId="{09C43000-C698-469D-B42F-A2A94C798DCD}" dt="2025-01-30T13:31:24.286" v="2154"/>
        <pc:sldMkLst>
          <pc:docMk/>
          <pc:sldMk cId="1371408693" sldId="361"/>
        </pc:sldMkLst>
      </pc:sldChg>
      <pc:sldChg chg="addSp delSp modSp add mod">
        <pc:chgData name="Thomas Beuchot" userId="f4d683cade09c368" providerId="LiveId" clId="{09C43000-C698-469D-B42F-A2A94C798DCD}" dt="2025-01-30T13:31:41.216" v="2160" actId="1076"/>
        <pc:sldMkLst>
          <pc:docMk/>
          <pc:sldMk cId="3764748453" sldId="362"/>
        </pc:sldMkLst>
      </pc:sldChg>
      <pc:sldChg chg="new del">
        <pc:chgData name="Thomas Beuchot" userId="f4d683cade09c368" providerId="LiveId" clId="{09C43000-C698-469D-B42F-A2A94C798DCD}" dt="2025-01-30T13:33:14.857" v="2162" actId="680"/>
        <pc:sldMkLst>
          <pc:docMk/>
          <pc:sldMk cId="2389974947" sldId="363"/>
        </pc:sldMkLst>
      </pc:sldChg>
      <pc:sldChg chg="addSp delSp modSp add mod">
        <pc:chgData name="Thomas Beuchot" userId="f4d683cade09c368" providerId="LiveId" clId="{09C43000-C698-469D-B42F-A2A94C798DCD}" dt="2025-01-30T13:33:27.880" v="2168" actId="1076"/>
        <pc:sldMkLst>
          <pc:docMk/>
          <pc:sldMk cId="2968587409" sldId="363"/>
        </pc:sldMkLst>
      </pc:sldChg>
      <pc:sldChg chg="addSp delSp modSp add mod">
        <pc:chgData name="Thomas Beuchot" userId="f4d683cade09c368" providerId="LiveId" clId="{09C43000-C698-469D-B42F-A2A94C798DCD}" dt="2025-01-30T13:37:57.771" v="2181" actId="1076"/>
        <pc:sldMkLst>
          <pc:docMk/>
          <pc:sldMk cId="307066268" sldId="364"/>
        </pc:sldMkLst>
      </pc:sldChg>
      <pc:sldChg chg="new del">
        <pc:chgData name="Thomas Beuchot" userId="f4d683cade09c368" providerId="LiveId" clId="{09C43000-C698-469D-B42F-A2A94C798DCD}" dt="2025-01-30T13:36:41.043" v="2170" actId="680"/>
        <pc:sldMkLst>
          <pc:docMk/>
          <pc:sldMk cId="1867003355" sldId="364"/>
        </pc:sldMkLst>
      </pc:sldChg>
      <pc:sldChg chg="addSp delSp modSp add mod modNotesTx">
        <pc:chgData name="Thomas Beuchot" userId="f4d683cade09c368" providerId="LiveId" clId="{09C43000-C698-469D-B42F-A2A94C798DCD}" dt="2025-01-30T13:43:06.044" v="2416" actId="20577"/>
        <pc:sldMkLst>
          <pc:docMk/>
          <pc:sldMk cId="385569189" sldId="365"/>
        </pc:sldMkLst>
      </pc:sldChg>
      <pc:sldChg chg="modSp add mod">
        <pc:chgData name="Thomas Beuchot" userId="f4d683cade09c368" providerId="LiveId" clId="{09C43000-C698-469D-B42F-A2A94C798DCD}" dt="2025-01-30T13:42:22.814" v="2307" actId="20577"/>
        <pc:sldMkLst>
          <pc:docMk/>
          <pc:sldMk cId="1745301999" sldId="366"/>
        </pc:sldMkLst>
      </pc:sldChg>
      <pc:sldChg chg="modSp add mod">
        <pc:chgData name="Thomas Beuchot" userId="f4d683cade09c368" providerId="LiveId" clId="{09C43000-C698-469D-B42F-A2A94C798DCD}" dt="2025-01-30T13:42:50.794" v="2413" actId="20577"/>
        <pc:sldMkLst>
          <pc:docMk/>
          <pc:sldMk cId="3157346002" sldId="367"/>
        </pc:sldMkLst>
      </pc:sldChg>
      <pc:sldChg chg="addSp delSp modSp add mod modAnim modNotesTx">
        <pc:chgData name="Thomas Beuchot" userId="f4d683cade09c368" providerId="LiveId" clId="{09C43000-C698-469D-B42F-A2A94C798DCD}" dt="2025-01-30T13:44:53.389" v="2514" actId="20577"/>
        <pc:sldMkLst>
          <pc:docMk/>
          <pc:sldMk cId="1833106556" sldId="368"/>
        </pc:sldMkLst>
      </pc:sldChg>
      <pc:sldChg chg="modSp add del mod">
        <pc:chgData name="Thomas Beuchot" userId="f4d683cade09c368" providerId="LiveId" clId="{09C43000-C698-469D-B42F-A2A94C798DCD}" dt="2025-01-30T13:45:17.923" v="2515" actId="2696"/>
        <pc:sldMkLst>
          <pc:docMk/>
          <pc:sldMk cId="2437802849" sldId="369"/>
        </pc:sldMkLst>
      </pc:sldChg>
      <pc:sldChg chg="add">
        <pc:chgData name="Thomas Beuchot" userId="f4d683cade09c368" providerId="LiveId" clId="{09C43000-C698-469D-B42F-A2A94C798DCD}" dt="2025-01-30T13:45:18.605" v="2516"/>
        <pc:sldMkLst>
          <pc:docMk/>
          <pc:sldMk cId="3827713553" sldId="369"/>
        </pc:sldMkLst>
      </pc:sldChg>
      <pc:sldChg chg="addSp delSp modSp add del mod delAnim modAnim">
        <pc:chgData name="Thomas Beuchot" userId="f4d683cade09c368" providerId="LiveId" clId="{09C43000-C698-469D-B42F-A2A94C798DCD}" dt="2025-01-30T13:57:43.107" v="2775" actId="2696"/>
        <pc:sldMkLst>
          <pc:docMk/>
          <pc:sldMk cId="264399571" sldId="370"/>
        </pc:sldMkLst>
      </pc:sldChg>
      <pc:sldChg chg="modSp add mod">
        <pc:chgData name="Thomas Beuchot" userId="f4d683cade09c368" providerId="LiveId" clId="{09C43000-C698-469D-B42F-A2A94C798DCD}" dt="2025-01-30T13:48:38.631" v="2613" actId="20577"/>
        <pc:sldMkLst>
          <pc:docMk/>
          <pc:sldMk cId="2066482127" sldId="371"/>
        </pc:sldMkLst>
      </pc:sldChg>
      <pc:sldChg chg="addSp delSp modSp add mod delAnim modAnim">
        <pc:chgData name="Thomas Beuchot" userId="f4d683cade09c368" providerId="LiveId" clId="{09C43000-C698-469D-B42F-A2A94C798DCD}" dt="2025-01-30T13:57:35.438" v="2773" actId="20577"/>
        <pc:sldMkLst>
          <pc:docMk/>
          <pc:sldMk cId="506113023" sldId="372"/>
        </pc:sldMkLst>
      </pc:sldChg>
      <pc:sldChg chg="addSp delSp modSp add mod delAnim">
        <pc:chgData name="Thomas Beuchot" userId="f4d683cade09c368" providerId="LiveId" clId="{09C43000-C698-469D-B42F-A2A94C798DCD}" dt="2025-01-30T14:00:05.787" v="2862" actId="122"/>
        <pc:sldMkLst>
          <pc:docMk/>
          <pc:sldMk cId="3992808583" sldId="373"/>
        </pc:sldMkLst>
      </pc:sldChg>
      <pc:sldChg chg="modSp add mod">
        <pc:chgData name="Thomas Beuchot" userId="f4d683cade09c368" providerId="LiveId" clId="{09C43000-C698-469D-B42F-A2A94C798DCD}" dt="2025-01-30T14:02:12.609" v="3012" actId="20577"/>
        <pc:sldMkLst>
          <pc:docMk/>
          <pc:sldMk cId="2330272959" sldId="374"/>
        </pc:sldMkLst>
      </pc:sldChg>
      <pc:sldChg chg="modSp add mod">
        <pc:chgData name="Thomas Beuchot" userId="f4d683cade09c368" providerId="LiveId" clId="{09C43000-C698-469D-B42F-A2A94C798DCD}" dt="2025-01-30T15:08:33.599" v="3286" actId="1076"/>
        <pc:sldMkLst>
          <pc:docMk/>
          <pc:sldMk cId="3043405444" sldId="375"/>
        </pc:sldMkLst>
        <pc:spChg chg="mod">
          <ac:chgData name="Thomas Beuchot" userId="f4d683cade09c368" providerId="LiveId" clId="{09C43000-C698-469D-B42F-A2A94C798DCD}" dt="2025-01-30T15:08:33.599" v="3286" actId="1076"/>
          <ac:spMkLst>
            <pc:docMk/>
            <pc:sldMk cId="3043405444" sldId="375"/>
            <ac:spMk id="4" creationId="{3F4803C0-584C-299D-C036-70955EF20141}"/>
          </ac:spMkLst>
        </pc:spChg>
      </pc:sldChg>
      <pc:sldChg chg="modSp add mod">
        <pc:chgData name="Thomas Beuchot" userId="f4d683cade09c368" providerId="LiveId" clId="{09C43000-C698-469D-B42F-A2A94C798DCD}" dt="2025-01-30T14:03:24.307" v="3104" actId="20577"/>
        <pc:sldMkLst>
          <pc:docMk/>
          <pc:sldMk cId="514214538" sldId="376"/>
        </pc:sldMkLst>
      </pc:sldChg>
      <pc:sldChg chg="addSp delSp modSp new mod modAnim modNotesTx">
        <pc:chgData name="Thomas Beuchot" userId="f4d683cade09c368" providerId="LiveId" clId="{09C43000-C698-469D-B42F-A2A94C798DCD}" dt="2025-01-30T15:14:11.722" v="3444"/>
        <pc:sldMkLst>
          <pc:docMk/>
          <pc:sldMk cId="4143465172" sldId="377"/>
        </pc:sldMkLst>
      </pc:sldChg>
    </pc:docChg>
  </pc:docChgLst>
  <pc:docChgLst>
    <pc:chgData name="Thomas Beuchot" userId="f4d683cade09c368" providerId="LiveId" clId="{FA2847A6-5809-4911-821E-9BEF4350F9C4}"/>
    <pc:docChg chg="undo custSel addSld delSld modSld">
      <pc:chgData name="Thomas Beuchot" userId="f4d683cade09c368" providerId="LiveId" clId="{FA2847A6-5809-4911-821E-9BEF4350F9C4}" dt="2025-02-20T07:16:06.884" v="1117" actId="1035"/>
      <pc:docMkLst>
        <pc:docMk/>
      </pc:docMkLst>
      <pc:sldChg chg="addSp delSp modSp mod">
        <pc:chgData name="Thomas Beuchot" userId="f4d683cade09c368" providerId="LiveId" clId="{FA2847A6-5809-4911-821E-9BEF4350F9C4}" dt="2025-02-18T17:14:05.989" v="1115" actId="20577"/>
        <pc:sldMkLst>
          <pc:docMk/>
          <pc:sldMk cId="3646921900" sldId="376"/>
        </pc:sldMkLst>
        <pc:spChg chg="mod">
          <ac:chgData name="Thomas Beuchot" userId="f4d683cade09c368" providerId="LiveId" clId="{FA2847A6-5809-4911-821E-9BEF4350F9C4}" dt="2025-02-18T17:02:41.679" v="69" actId="20577"/>
          <ac:spMkLst>
            <pc:docMk/>
            <pc:sldMk cId="3646921900" sldId="376"/>
            <ac:spMk id="2" creationId="{1F7F02C1-04EB-3234-95DA-7EE190FF7077}"/>
          </ac:spMkLst>
        </pc:spChg>
        <pc:spChg chg="add mod">
          <ac:chgData name="Thomas Beuchot" userId="f4d683cade09c368" providerId="LiveId" clId="{FA2847A6-5809-4911-821E-9BEF4350F9C4}" dt="2025-02-18T17:08:38.556" v="641" actId="255"/>
          <ac:spMkLst>
            <pc:docMk/>
            <pc:sldMk cId="3646921900" sldId="376"/>
            <ac:spMk id="3" creationId="{84917476-D011-E584-BEA2-9A9A8C31E8BA}"/>
          </ac:spMkLst>
        </pc:spChg>
        <pc:spChg chg="add mod">
          <ac:chgData name="Thomas Beuchot" userId="f4d683cade09c368" providerId="LiveId" clId="{FA2847A6-5809-4911-821E-9BEF4350F9C4}" dt="2025-02-18T17:14:05.989" v="1115" actId="20577"/>
          <ac:spMkLst>
            <pc:docMk/>
            <pc:sldMk cId="3646921900" sldId="376"/>
            <ac:spMk id="4" creationId="{5B463E5A-2C71-F610-622C-98DE995F721A}"/>
          </ac:spMkLst>
        </pc:spChg>
      </pc:sldChg>
      <pc:sldChg chg="del">
        <pc:chgData name="Thomas Beuchot" userId="f4d683cade09c368" providerId="LiveId" clId="{FA2847A6-5809-4911-821E-9BEF4350F9C4}" dt="2025-02-18T17:02:44.902" v="71" actId="47"/>
        <pc:sldMkLst>
          <pc:docMk/>
          <pc:sldMk cId="364828336" sldId="377"/>
        </pc:sldMkLst>
      </pc:sldChg>
      <pc:sldChg chg="del">
        <pc:chgData name="Thomas Beuchot" userId="f4d683cade09c368" providerId="LiveId" clId="{FA2847A6-5809-4911-821E-9BEF4350F9C4}" dt="2025-02-18T17:02:45.812" v="73" actId="47"/>
        <pc:sldMkLst>
          <pc:docMk/>
          <pc:sldMk cId="942041426" sldId="378"/>
        </pc:sldMkLst>
      </pc:sldChg>
      <pc:sldChg chg="del">
        <pc:chgData name="Thomas Beuchot" userId="f4d683cade09c368" providerId="LiveId" clId="{FA2847A6-5809-4911-821E-9BEF4350F9C4}" dt="2025-02-18T17:02:46.229" v="74" actId="47"/>
        <pc:sldMkLst>
          <pc:docMk/>
          <pc:sldMk cId="450238475" sldId="379"/>
        </pc:sldMkLst>
      </pc:sldChg>
      <pc:sldChg chg="del">
        <pc:chgData name="Thomas Beuchot" userId="f4d683cade09c368" providerId="LiveId" clId="{FA2847A6-5809-4911-821E-9BEF4350F9C4}" dt="2025-02-18T17:02:45.281" v="72" actId="47"/>
        <pc:sldMkLst>
          <pc:docMk/>
          <pc:sldMk cId="1319659123" sldId="380"/>
        </pc:sldMkLst>
      </pc:sldChg>
      <pc:sldChg chg="del">
        <pc:chgData name="Thomas Beuchot" userId="f4d683cade09c368" providerId="LiveId" clId="{FA2847A6-5809-4911-821E-9BEF4350F9C4}" dt="2025-02-18T17:02:46.650" v="75" actId="47"/>
        <pc:sldMkLst>
          <pc:docMk/>
          <pc:sldMk cId="3912952421" sldId="381"/>
        </pc:sldMkLst>
      </pc:sldChg>
      <pc:sldChg chg="modSp mod">
        <pc:chgData name="Thomas Beuchot" userId="f4d683cade09c368" providerId="LiveId" clId="{FA2847A6-5809-4911-821E-9BEF4350F9C4}" dt="2025-02-18T17:03:29.032" v="143" actId="20577"/>
        <pc:sldMkLst>
          <pc:docMk/>
          <pc:sldMk cId="1104979650" sldId="382"/>
        </pc:sldMkLst>
        <pc:spChg chg="mod">
          <ac:chgData name="Thomas Beuchot" userId="f4d683cade09c368" providerId="LiveId" clId="{FA2847A6-5809-4911-821E-9BEF4350F9C4}" dt="2025-02-18T17:03:29.032" v="143" actId="20577"/>
          <ac:spMkLst>
            <pc:docMk/>
            <pc:sldMk cId="1104979650" sldId="382"/>
            <ac:spMk id="4" creationId="{E8DA8403-8EDA-8F06-1EBE-FFFAA0E4771A}"/>
          </ac:spMkLst>
        </pc:spChg>
      </pc:sldChg>
      <pc:sldChg chg="modSp add mod">
        <pc:chgData name="Thomas Beuchot" userId="f4d683cade09c368" providerId="LiveId" clId="{FA2847A6-5809-4911-821E-9BEF4350F9C4}" dt="2025-02-20T07:16:06.884" v="1117" actId="1035"/>
        <pc:sldMkLst>
          <pc:docMk/>
          <pc:sldMk cId="458360833" sldId="402"/>
        </pc:sldMkLst>
        <pc:spChg chg="mod">
          <ac:chgData name="Thomas Beuchot" userId="f4d683cade09c368" providerId="LiveId" clId="{FA2847A6-5809-4911-821E-9BEF4350F9C4}" dt="2025-02-20T07:16:06.884" v="1117" actId="1035"/>
          <ac:spMkLst>
            <pc:docMk/>
            <pc:sldMk cId="458360833" sldId="402"/>
            <ac:spMk id="4" creationId="{552437D0-5975-98C9-EBA3-0708909411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C8F31-8221-4403-BDD6-2B4653FE0528}" type="datetimeFigureOut">
              <a:rPr lang="fr-FR" smtClean="0"/>
              <a:t>20/02/2025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F6258-D433-46FE-A07C-962FE5C5C57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13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8;gbbc23113e9_0_982:notes">
            <a:extLst>
              <a:ext uri="{FF2B5EF4-FFF2-40B4-BE49-F238E27FC236}">
                <a16:creationId xmlns:a16="http://schemas.microsoft.com/office/drawing/2014/main" id="{7E8DA809-9FFE-D33C-2419-36A8B46C9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969;gbbc23113e9_0_982:notes">
            <a:extLst>
              <a:ext uri="{FF2B5EF4-FFF2-40B4-BE49-F238E27FC236}">
                <a16:creationId xmlns:a16="http://schemas.microsoft.com/office/drawing/2014/main" id="{98AB7504-356A-1550-0E99-52579126E9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A71D9B-98C1-8AE2-BDD5-1F138F67D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FB41F182-D9F3-0979-58B1-CBABCD404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AF6A49AA-2F75-2A87-F3A3-F07786C43A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87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29AFAE-CB1A-CA55-B071-F71B0EA5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F23D08F-6BAD-6DD7-8FD9-EFCF14BC0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7760C2D-8A10-4BD3-453E-43A16C873D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987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CC05BE-46C2-31AC-7725-FBF49784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EAAABB96-A83E-C2A7-4E91-9AEA65ED6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A7B26357-EC23-E0C7-9028-8E1AAFE4DF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550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D982F2-F608-DF80-775C-3721DE76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3F8DFD7-0A44-1175-4325-17AED8BCB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5B6CDD53-B71B-2A34-953C-DBF39AE296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832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829785-C944-43CC-2D34-D1A9C307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C602337-50A3-F92F-EA0F-2BDA4413E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E0EC6275-7D9B-4171-4AAD-9F556E046B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657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E63940F4-FE3C-D1A0-C2A0-3B192A8A6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3099" y="648263"/>
            <a:ext cx="1904795" cy="1231998"/>
          </a:xfrm>
          <a:effectLst>
            <a:outerShdw dist="95253" dir="2700000" algn="tl">
              <a:srgbClr val="000000">
                <a:alpha val="19000"/>
              </a:srgbClr>
            </a:outerShdw>
          </a:effectLst>
        </p:spPr>
        <p:txBody>
          <a:bodyPr anchor="ctr" anchorCtr="1"/>
          <a:lstStyle>
            <a:lvl1pPr algn="ctr"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AF0CA8C5-B241-B93F-EA72-C81AB41A80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013301" y="4108719"/>
            <a:ext cx="3742803" cy="890003"/>
          </a:xfrm>
        </p:spPr>
        <p:txBody>
          <a:bodyPr/>
          <a:lstStyle>
            <a:lvl1pPr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Google Shape;14;p3">
            <a:extLst>
              <a:ext uri="{FF2B5EF4-FFF2-40B4-BE49-F238E27FC236}">
                <a16:creationId xmlns:a16="http://schemas.microsoft.com/office/drawing/2014/main" id="{D99AE0E7-DFEF-FD8D-38A9-34398A1320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013301" y="2341933"/>
            <a:ext cx="3742803" cy="1766803"/>
          </a:xfrm>
          <a:effectLst>
            <a:outerShdw dist="95253" dir="2700000" algn="tl">
              <a:srgbClr val="000000">
                <a:alpha val="19000"/>
              </a:srgbClr>
            </a:outerShdw>
          </a:effectLst>
        </p:spPr>
        <p:txBody>
          <a:bodyPr anchor="ctr"/>
          <a:lstStyle>
            <a:lvl1pPr>
              <a:defRPr sz="5333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41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4">
            <a:extLst>
              <a:ext uri="{FF2B5EF4-FFF2-40B4-BE49-F238E27FC236}">
                <a16:creationId xmlns:a16="http://schemas.microsoft.com/office/drawing/2014/main" id="{F99AB560-2248-911B-513F-A7FBE14D85C0}"/>
              </a:ext>
            </a:extLst>
          </p:cNvPr>
          <p:cNvSpPr/>
          <p:nvPr/>
        </p:nvSpPr>
        <p:spPr>
          <a:xfrm flipH="1">
            <a:off x="-45" y="0"/>
            <a:ext cx="1614848" cy="1027346"/>
          </a:xfrm>
          <a:custGeom>
            <a:avLst/>
            <a:gdLst>
              <a:gd name="f0" fmla="val w"/>
              <a:gd name="f1" fmla="val h"/>
              <a:gd name="f2" fmla="val 0"/>
              <a:gd name="f3" fmla="val 28933"/>
              <a:gd name="f4" fmla="val 18408"/>
              <a:gd name="f5" fmla="val 1"/>
              <a:gd name="f6" fmla="val 36"/>
              <a:gd name="f7" fmla="val 477"/>
              <a:gd name="f8" fmla="val 132"/>
              <a:gd name="f9" fmla="val 953"/>
              <a:gd name="f10" fmla="val 298"/>
              <a:gd name="f11" fmla="val 1418"/>
              <a:gd name="f12" fmla="val 965"/>
              <a:gd name="f13" fmla="val 3335"/>
              <a:gd name="f14" fmla="val 2477"/>
              <a:gd name="f15" fmla="val 4847"/>
              <a:gd name="f16" fmla="val 4180"/>
              <a:gd name="f17" fmla="val 5954"/>
              <a:gd name="f18" fmla="val 7061"/>
              <a:gd name="f19" fmla="val 7823"/>
              <a:gd name="f20" fmla="val 10490"/>
              <a:gd name="f21" fmla="val 8680"/>
              <a:gd name="f22" fmla="val 13836"/>
              <a:gd name="f23" fmla="val 9431"/>
              <a:gd name="f24" fmla="val 17205"/>
              <a:gd name="f25" fmla="val 10193"/>
              <a:gd name="f26" fmla="val 20622"/>
              <a:gd name="f27" fmla="val 10931"/>
              <a:gd name="f28" fmla="val 23611"/>
              <a:gd name="f29" fmla="val 12633"/>
              <a:gd name="f30" fmla="val 25921"/>
              <a:gd name="f31" fmla="val 13955"/>
              <a:gd name="f32" fmla="val 27957"/>
              <a:gd name="f33" fmla="val 15979"/>
              <a:gd name="f34" fmla="*/ f0 1 28933"/>
              <a:gd name="f35" fmla="*/ f1 1 18408"/>
              <a:gd name="f36" fmla="+- f4 0 f2"/>
              <a:gd name="f37" fmla="+- f3 0 f2"/>
              <a:gd name="f38" fmla="*/ f37 1 28933"/>
              <a:gd name="f39" fmla="*/ f36 1 18408"/>
              <a:gd name="f40" fmla="*/ f2 1 f38"/>
              <a:gd name="f41" fmla="*/ f3 1 f38"/>
              <a:gd name="f42" fmla="*/ f2 1 f39"/>
              <a:gd name="f43" fmla="*/ f4 1 f39"/>
              <a:gd name="f44" fmla="*/ f40 f34 1"/>
              <a:gd name="f45" fmla="*/ f41 f34 1"/>
              <a:gd name="f46" fmla="*/ f43 f35 1"/>
              <a:gd name="f47" fmla="*/ f42 f3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44" t="f47" r="f45" b="f46"/>
            <a:pathLst>
              <a:path w="28933" h="18408">
                <a:moveTo>
                  <a:pt x="f5" y="f5"/>
                </a:moveTo>
                <a:cubicBezTo>
                  <a:pt x="f6" y="f7"/>
                  <a:pt x="f8" y="f9"/>
                  <a:pt x="f10" y="f11"/>
                </a:cubicBezTo>
                <a:cubicBezTo>
                  <a:pt x="f12" y="f13"/>
                  <a:pt x="f14" y="f15"/>
                  <a:pt x="f16" y="f17"/>
                </a:cubicBezTo>
                <a:cubicBezTo>
                  <a:pt x="f18" y="f19"/>
                  <a:pt x="f20" y="f21"/>
                  <a:pt x="f22" y="f23"/>
                </a:cubicBezTo>
                <a:cubicBezTo>
                  <a:pt x="f24" y="f25"/>
                  <a:pt x="f26" y="f27"/>
                  <a:pt x="f28" y="f29"/>
                </a:cubicBezTo>
                <a:cubicBezTo>
                  <a:pt x="f30" y="f31"/>
                  <a:pt x="f32" y="f33"/>
                  <a:pt x="f3" y="f4"/>
                </a:cubicBezTo>
                <a:lnTo>
                  <a:pt x="f3" y="f5"/>
                </a:ln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18;p4">
            <a:extLst>
              <a:ext uri="{FF2B5EF4-FFF2-40B4-BE49-F238E27FC236}">
                <a16:creationId xmlns:a16="http://schemas.microsoft.com/office/drawing/2014/main" id="{DFA6B9F2-959D-5083-8C4E-C6E6E5631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0802" y="1530595"/>
            <a:ext cx="10411998" cy="4705996"/>
          </a:xfrm>
        </p:spPr>
        <p:txBody>
          <a:bodyPr/>
          <a:lstStyle>
            <a:lvl1pPr marL="609584" indent="-406386">
              <a:buSzPts val="1200"/>
              <a:defRPr lang="fr-FR" sz="1600"/>
            </a:lvl1pPr>
          </a:lstStyle>
          <a:p>
            <a:pPr lvl="0"/>
            <a:endParaRPr lang="fr-FR"/>
          </a:p>
        </p:txBody>
      </p:sp>
      <p:sp>
        <p:nvSpPr>
          <p:cNvPr id="4" name="Google Shape;19;p4">
            <a:extLst>
              <a:ext uri="{FF2B5EF4-FFF2-40B4-BE49-F238E27FC236}">
                <a16:creationId xmlns:a16="http://schemas.microsoft.com/office/drawing/2014/main" id="{8B9F05E1-6EF9-74E1-2B12-AF7689ED5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603101"/>
            <a:ext cx="10290401" cy="763597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276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2;p8">
            <a:extLst>
              <a:ext uri="{FF2B5EF4-FFF2-40B4-BE49-F238E27FC236}">
                <a16:creationId xmlns:a16="http://schemas.microsoft.com/office/drawing/2014/main" id="{21593A3F-A1E9-8FB5-9AAB-1E152B1A6C9E}"/>
              </a:ext>
            </a:extLst>
          </p:cNvPr>
          <p:cNvSpPr/>
          <p:nvPr/>
        </p:nvSpPr>
        <p:spPr>
          <a:xfrm>
            <a:off x="1946529" y="1571798"/>
            <a:ext cx="9314800" cy="4730401"/>
          </a:xfrm>
          <a:prstGeom prst="rect">
            <a:avLst/>
          </a:prstGeom>
          <a:noFill/>
          <a:ln w="19046" cap="flat">
            <a:solidFill>
              <a:srgbClr val="D6D6D6"/>
            </a:solidFill>
            <a:prstDash val="solid"/>
            <a:round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293;p8">
            <a:extLst>
              <a:ext uri="{FF2B5EF4-FFF2-40B4-BE49-F238E27FC236}">
                <a16:creationId xmlns:a16="http://schemas.microsoft.com/office/drawing/2014/main" id="{3600B9E0-5239-B700-CFB4-9D1BFB164BEC}"/>
              </a:ext>
            </a:extLst>
          </p:cNvPr>
          <p:cNvSpPr/>
          <p:nvPr/>
        </p:nvSpPr>
        <p:spPr>
          <a:xfrm>
            <a:off x="1437537" y="1066803"/>
            <a:ext cx="9316803" cy="4724403"/>
          </a:xfrm>
          <a:prstGeom prst="rect">
            <a:avLst/>
          </a:prstGeom>
          <a:solidFill>
            <a:srgbClr val="00829C"/>
          </a:solidFill>
          <a:ln cap="flat">
            <a:noFill/>
            <a:prstDash val="solid"/>
          </a:ln>
          <a:effectLst>
            <a:outerShdw dist="228601" dir="2820004" algn="tl">
              <a:srgbClr val="000000">
                <a:alpha val="6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4" name="Google Shape;294;p8">
            <a:extLst>
              <a:ext uri="{FF2B5EF4-FFF2-40B4-BE49-F238E27FC236}">
                <a16:creationId xmlns:a16="http://schemas.microsoft.com/office/drawing/2014/main" id="{5D577568-6545-88F7-02C5-677813FC7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3003" y="2112401"/>
            <a:ext cx="6625998" cy="2633197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 anchorCtr="1"/>
          <a:lstStyle>
            <a:lvl1pPr algn="ctr">
              <a:defRPr sz="8000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5" name="Google Shape;295;p8">
            <a:extLst>
              <a:ext uri="{FF2B5EF4-FFF2-40B4-BE49-F238E27FC236}">
                <a16:creationId xmlns:a16="http://schemas.microsoft.com/office/drawing/2014/main" id="{149C3D60-8377-0808-63C7-4ECCF19E8DE2}"/>
              </a:ext>
            </a:extLst>
          </p:cNvPr>
          <p:cNvSpPr/>
          <p:nvPr/>
        </p:nvSpPr>
        <p:spPr>
          <a:xfrm>
            <a:off x="1946529" y="1571798"/>
            <a:ext cx="9314800" cy="4730401"/>
          </a:xfrm>
          <a:prstGeom prst="rect">
            <a:avLst/>
          </a:prstGeom>
          <a:noFill/>
          <a:ln w="19046" cap="flat">
            <a:solidFill>
              <a:srgbClr val="D6D6D6"/>
            </a:solidFill>
            <a:prstDash val="solid"/>
            <a:round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9687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8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6;p15">
            <a:extLst>
              <a:ext uri="{FF2B5EF4-FFF2-40B4-BE49-F238E27FC236}">
                <a16:creationId xmlns:a16="http://schemas.microsoft.com/office/drawing/2014/main" id="{A7B5F93B-AD24-0D9E-AEB1-262BF7047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7199" y="2255166"/>
            <a:ext cx="4323200" cy="1889598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/>
          <a:lstStyle>
            <a:lvl1pPr algn="r">
              <a:defRPr sz="5333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Google Shape;527;p15">
            <a:extLst>
              <a:ext uri="{FF2B5EF4-FFF2-40B4-BE49-F238E27FC236}">
                <a16:creationId xmlns:a16="http://schemas.microsoft.com/office/drawing/2014/main" id="{07796300-F6B8-2FB1-1B50-36F70EA744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392003" y="719203"/>
            <a:ext cx="1848797" cy="1060795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 anchorCtr="1"/>
          <a:lstStyle>
            <a:lvl1pPr algn="ctr"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4" name="Google Shape;528;p15">
            <a:extLst>
              <a:ext uri="{FF2B5EF4-FFF2-40B4-BE49-F238E27FC236}">
                <a16:creationId xmlns:a16="http://schemas.microsoft.com/office/drawing/2014/main" id="{17E14FFA-1B68-7D7D-C8C5-F8E3E5877C9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57596" y="4144783"/>
            <a:ext cx="3742803" cy="890003"/>
          </a:xfrm>
        </p:spPr>
        <p:txBody>
          <a:bodyPr/>
          <a:lstStyle>
            <a:lvl1pPr algn="r"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64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7;p22">
            <a:extLst>
              <a:ext uri="{FF2B5EF4-FFF2-40B4-BE49-F238E27FC236}">
                <a16:creationId xmlns:a16="http://schemas.microsoft.com/office/drawing/2014/main" id="{B61E876C-43AE-DA6F-0035-3114FE2432A4}"/>
              </a:ext>
            </a:extLst>
          </p:cNvPr>
          <p:cNvSpPr/>
          <p:nvPr/>
        </p:nvSpPr>
        <p:spPr>
          <a:xfrm flipH="1">
            <a:off x="5039002" y="0"/>
            <a:ext cx="7153003" cy="6857935"/>
          </a:xfrm>
          <a:custGeom>
            <a:avLst/>
            <a:gdLst>
              <a:gd name="f0" fmla="val w"/>
              <a:gd name="f1" fmla="val h"/>
              <a:gd name="f2" fmla="val 0"/>
              <a:gd name="f3" fmla="val 67771"/>
              <a:gd name="f4" fmla="val 66224"/>
              <a:gd name="f5" fmla="val 1"/>
              <a:gd name="f6" fmla="val 66223"/>
              <a:gd name="f7" fmla="val 67664"/>
              <a:gd name="f8" fmla="val 67366"/>
              <a:gd name="f9" fmla="val 65485"/>
              <a:gd name="f10" fmla="val 67116"/>
              <a:gd name="f11" fmla="val 64723"/>
              <a:gd name="f12" fmla="val 66890"/>
              <a:gd name="f13" fmla="val 63949"/>
              <a:gd name="f14" fmla="val 64890"/>
              <a:gd name="f15" fmla="val 56508"/>
              <a:gd name="f16" fmla="val 48673"/>
              <a:gd name="f17" fmla="val 67640"/>
              <a:gd name="f18" fmla="val 40958"/>
              <a:gd name="f19" fmla="val 67545"/>
              <a:gd name="f20" fmla="val 35160"/>
              <a:gd name="f21" fmla="val 65687"/>
              <a:gd name="f22" fmla="val 29373"/>
              <a:gd name="f23" fmla="val 62365"/>
              <a:gd name="f24" fmla="val 24599"/>
              <a:gd name="f25" fmla="val 60972"/>
              <a:gd name="f26" fmla="val 22599"/>
              <a:gd name="f27" fmla="val 59317"/>
              <a:gd name="f28" fmla="val 20741"/>
              <a:gd name="f29" fmla="val 57984"/>
              <a:gd name="f30" fmla="val 18694"/>
              <a:gd name="f31" fmla="val 55615"/>
              <a:gd name="f32" fmla="val 15050"/>
              <a:gd name="f33" fmla="val 54329"/>
              <a:gd name="f34" fmla="val 10800"/>
              <a:gd name="f35" fmla="val 53781"/>
              <a:gd name="f36" fmla="val 6502"/>
              <a:gd name="f37" fmla="val 53483"/>
              <a:gd name="f38" fmla="val 4108"/>
              <a:gd name="f39" fmla="val 53317"/>
              <a:gd name="f40" fmla="val 1977"/>
              <a:gd name="f41" fmla="*/ f0 1 67771"/>
              <a:gd name="f42" fmla="*/ f1 1 66224"/>
              <a:gd name="f43" fmla="+- f4 0 f2"/>
              <a:gd name="f44" fmla="+- f3 0 f2"/>
              <a:gd name="f45" fmla="*/ f44 1 67771"/>
              <a:gd name="f46" fmla="*/ f43 1 66224"/>
              <a:gd name="f47" fmla="*/ f2 1 f45"/>
              <a:gd name="f48" fmla="*/ f3 1 f45"/>
              <a:gd name="f49" fmla="*/ f2 1 f46"/>
              <a:gd name="f50" fmla="*/ f4 1 f46"/>
              <a:gd name="f51" fmla="*/ f47 f41 1"/>
              <a:gd name="f52" fmla="*/ f48 f41 1"/>
              <a:gd name="f53" fmla="*/ f50 f42 1"/>
              <a:gd name="f54" fmla="*/ f49 f4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1" t="f54" r="f52" b="f53"/>
            <a:pathLst>
              <a:path w="67771" h="66224">
                <a:moveTo>
                  <a:pt x="f5" y="f5"/>
                </a:moveTo>
                <a:lnTo>
                  <a:pt x="f5" y="f6"/>
                </a:lnTo>
                <a:lnTo>
                  <a:pt x="f7" y="f6"/>
                </a:lnTo>
                <a:cubicBezTo>
                  <a:pt x="f8" y="f9"/>
                  <a:pt x="f10" y="f11"/>
                  <a:pt x="f12" y="f13"/>
                </a:cubicBezTo>
                <a:cubicBezTo>
                  <a:pt x="f14" y="f15"/>
                  <a:pt x="f3" y="f16"/>
                  <a:pt x="f17" y="f18"/>
                </a:cubicBezTo>
                <a:cubicBezTo>
                  <a:pt x="f19" y="f20"/>
                  <a:pt x="f21" y="f22"/>
                  <a:pt x="f23" y="f24"/>
                </a:cubicBezTo>
                <a:cubicBezTo>
                  <a:pt x="f25" y="f26"/>
                  <a:pt x="f27" y="f28"/>
                  <a:pt x="f29" y="f30"/>
                </a:cubicBezTo>
                <a:cubicBezTo>
                  <a:pt x="f31" y="f32"/>
                  <a:pt x="f33" y="f34"/>
                  <a:pt x="f35" y="f36"/>
                </a:cubicBezTo>
                <a:cubicBezTo>
                  <a:pt x="f37" y="f38"/>
                  <a:pt x="f39" y="f40"/>
                  <a:pt x="f37" y="f5"/>
                </a:cubicBez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908;p22">
            <a:extLst>
              <a:ext uri="{FF2B5EF4-FFF2-40B4-BE49-F238E27FC236}">
                <a16:creationId xmlns:a16="http://schemas.microsoft.com/office/drawing/2014/main" id="{E2E41FAB-4ACC-4030-7003-E2579A5B28AC}"/>
              </a:ext>
            </a:extLst>
          </p:cNvPr>
          <p:cNvSpPr/>
          <p:nvPr/>
        </p:nvSpPr>
        <p:spPr>
          <a:xfrm rot="10800009" flipH="1">
            <a:off x="-248" y="-275"/>
            <a:ext cx="3790398" cy="1887202"/>
          </a:xfrm>
          <a:custGeom>
            <a:avLst/>
            <a:gdLst>
              <a:gd name="f0" fmla="val w"/>
              <a:gd name="f1" fmla="val h"/>
              <a:gd name="f2" fmla="val 0"/>
              <a:gd name="f3" fmla="val 33576"/>
              <a:gd name="f4" fmla="val 17352"/>
              <a:gd name="f5" fmla="val 10157"/>
              <a:gd name="f6" fmla="val 1"/>
              <a:gd name="f7" fmla="val 6817"/>
              <a:gd name="f8" fmla="val 3384"/>
              <a:gd name="f9" fmla="val 749"/>
              <a:gd name="f10" fmla="val 2385"/>
              <a:gd name="f11" fmla="val 17351"/>
              <a:gd name="f12" fmla="val 16137"/>
              <a:gd name="f13" fmla="val 33076"/>
              <a:gd name="f14" fmla="val 14803"/>
              <a:gd name="f15" fmla="val 32445"/>
              <a:gd name="f16" fmla="val 13732"/>
              <a:gd name="f17" fmla="val 27582"/>
              <a:gd name="f18" fmla="val 5503"/>
              <a:gd name="f19" fmla="val 19212"/>
              <a:gd name="f20" fmla="*/ f0 1 33576"/>
              <a:gd name="f21" fmla="*/ f1 1 17352"/>
              <a:gd name="f22" fmla="+- f4 0 f2"/>
              <a:gd name="f23" fmla="+- f3 0 f2"/>
              <a:gd name="f24" fmla="*/ f23 1 33576"/>
              <a:gd name="f25" fmla="*/ f22 1 17352"/>
              <a:gd name="f26" fmla="*/ f2 1 f24"/>
              <a:gd name="f27" fmla="*/ f3 1 f24"/>
              <a:gd name="f28" fmla="*/ f2 1 f25"/>
              <a:gd name="f29" fmla="*/ f4 1 f25"/>
              <a:gd name="f30" fmla="*/ f26 f20 1"/>
              <a:gd name="f31" fmla="*/ f27 f20 1"/>
              <a:gd name="f32" fmla="*/ f29 f21 1"/>
              <a:gd name="f33" fmla="*/ f28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0" t="f33" r="f31" b="f32"/>
            <a:pathLst>
              <a:path w="33576" h="17352">
                <a:moveTo>
                  <a:pt x="f5" y="f6"/>
                </a:moveTo>
                <a:cubicBezTo>
                  <a:pt x="f7" y="f6"/>
                  <a:pt x="f8" y="f9"/>
                  <a:pt x="f2" y="f10"/>
                </a:cubicBezTo>
                <a:lnTo>
                  <a:pt x="f2" y="f11"/>
                </a:lnTo>
                <a:lnTo>
                  <a:pt x="f3" y="f11"/>
                </a:lnTo>
                <a:cubicBezTo>
                  <a:pt x="f3" y="f12"/>
                  <a:pt x="f13" y="f14"/>
                  <a:pt x="f15" y="f16"/>
                </a:cubicBezTo>
                <a:cubicBezTo>
                  <a:pt x="f17" y="f18"/>
                  <a:pt x="f19" y="f6"/>
                  <a:pt x="f5" y="f6"/>
                </a:cubicBez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4" name="Google Shape;909;p22">
            <a:extLst>
              <a:ext uri="{FF2B5EF4-FFF2-40B4-BE49-F238E27FC236}">
                <a16:creationId xmlns:a16="http://schemas.microsoft.com/office/drawing/2014/main" id="{A0126928-580E-9A6E-2365-0D5718744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4029" y="1612324"/>
            <a:ext cx="4050398" cy="2004401"/>
          </a:xfrm>
          <a:effectLst>
            <a:outerShdw dist="95253" dir="2700000" algn="tl">
              <a:srgbClr val="000000">
                <a:alpha val="20000"/>
              </a:srgbClr>
            </a:outerShdw>
          </a:effec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5" name="Google Shape;910;p22">
            <a:extLst>
              <a:ext uri="{FF2B5EF4-FFF2-40B4-BE49-F238E27FC236}">
                <a16:creationId xmlns:a16="http://schemas.microsoft.com/office/drawing/2014/main" id="{B968C2FA-EAE0-BB83-DCE4-7925BDCEF61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004020" y="3616662"/>
            <a:ext cx="4050398" cy="1621596"/>
          </a:xfrm>
        </p:spPr>
        <p:txBody>
          <a:bodyPr/>
          <a:lstStyle>
            <a:lvl1pPr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52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16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32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36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3F922EED-F4D4-4288-11DA-FDAAD9A45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403" y="603101"/>
            <a:ext cx="10271199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endParaRPr lang="fr-FR"/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11B9728-F8C0-A68E-17F5-630577729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403" y="1536630"/>
            <a:ext cx="10271199" cy="45552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51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2800" b="0" i="0" u="none" strike="noStrike" kern="0" cap="none" spc="0" baseline="0">
          <a:solidFill>
            <a:srgbClr val="00829C"/>
          </a:solidFill>
          <a:uFillTx/>
          <a:latin typeface="Open Sans ExtraBold"/>
          <a:ea typeface="Open Sans ExtraBold"/>
          <a:cs typeface="Open Sans ExtraBold"/>
        </a:defRPr>
      </a:lvl1pPr>
    </p:titleStyle>
    <p:bodyStyle>
      <a:lvl1pPr marL="457200" marR="0" lvl="0" indent="-317497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Clr>
          <a:srgbClr val="00829C"/>
        </a:buClr>
        <a:buSzPts val="1400"/>
        <a:buFont typeface="Karla"/>
        <a:buChar char="●"/>
        <a:tabLst/>
        <a:defRPr lang="en-US" sz="1867" b="0" i="0" u="none" strike="noStrike" kern="0" cap="none" spc="0" baseline="0">
          <a:solidFill>
            <a:srgbClr val="000000"/>
          </a:solidFill>
          <a:uFillTx/>
          <a:latin typeface="Karla"/>
          <a:ea typeface="Karla"/>
          <a:cs typeface="Karla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1;p48">
            <a:extLst>
              <a:ext uri="{FF2B5EF4-FFF2-40B4-BE49-F238E27FC236}">
                <a16:creationId xmlns:a16="http://schemas.microsoft.com/office/drawing/2014/main" id="{6CE172F0-663C-68E1-FDE1-4E206150EE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4206" y="2112401"/>
            <a:ext cx="8797771" cy="2633197"/>
          </a:xfrm>
        </p:spPr>
        <p:txBody>
          <a:bodyPr lIns="121898" tIns="121898" rIns="121898" bIns="121898"/>
          <a:lstStyle/>
          <a:p>
            <a:pPr lvl="0"/>
            <a:r>
              <a:rPr lang="en-US" sz="4800" dirty="0"/>
              <a:t>Welcome to the Causal Statistics for Treatment Models TD – S3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917B-6A23-FC84-AC50-EF11C179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552437D0-5975-98C9-EBA3-0708909411DD}"/>
              </a:ext>
            </a:extLst>
          </p:cNvPr>
          <p:cNvSpPr txBox="1">
            <a:spLocks/>
          </p:cNvSpPr>
          <p:nvPr/>
        </p:nvSpPr>
        <p:spPr>
          <a:xfrm>
            <a:off x="950799" y="1624326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fr-FR" sz="3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Who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3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didn’t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finish cleaning </a:t>
            </a:r>
            <a:r>
              <a:rPr lang="fr-FR" sz="3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their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variables?</a:t>
            </a:r>
            <a:endParaRPr lang="en-US" sz="32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6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4750-72F3-0E62-7F25-7860A64A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1F7F02C1-04EB-3234-95DA-7EE190FF7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Next steps</a:t>
            </a:r>
            <a:endParaRPr lang="en-US" dirty="0"/>
          </a:p>
        </p:txBody>
      </p:sp>
      <p:sp>
        <p:nvSpPr>
          <p:cNvPr id="3" name="Google Shape;1480;p38">
            <a:extLst>
              <a:ext uri="{FF2B5EF4-FFF2-40B4-BE49-F238E27FC236}">
                <a16:creationId xmlns:a16="http://schemas.microsoft.com/office/drawing/2014/main" id="{84917476-D011-E584-BEA2-9A9A8C31E8BA}"/>
              </a:ext>
            </a:extLst>
          </p:cNvPr>
          <p:cNvSpPr txBox="1">
            <a:spLocks/>
          </p:cNvSpPr>
          <p:nvPr/>
        </p:nvSpPr>
        <p:spPr>
          <a:xfrm>
            <a:off x="950797" y="1120879"/>
            <a:ext cx="10290401" cy="261537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Conduct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standard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statistical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analyses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running mixed-effects models to include random effects for countries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including weights in your analyses if you want your dataset to be representative of the targeted population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normalising your continuous variables to render your results more intuitive to interpret</a:t>
            </a:r>
            <a:endParaRPr lang="en-U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5B463E5A-2C71-F610-622C-98DE995F721A}"/>
              </a:ext>
            </a:extLst>
          </p:cNvPr>
          <p:cNvSpPr txBox="1">
            <a:spLocks/>
          </p:cNvSpPr>
          <p:nvPr/>
        </p:nvSpPr>
        <p:spPr>
          <a:xfrm>
            <a:off x="950797" y="3885338"/>
            <a:ext cx="10290401" cy="261537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Conduct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robustness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checks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Examine the normality of your residuals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 for collinearity among your variables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also look at outliers</a:t>
            </a:r>
            <a:endParaRPr lang="en-U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explore whether there are interactions effects, whether replace a variable with another similar one affects the results, and whether confounding variables </a:t>
            </a:r>
            <a:r>
              <a:rPr lang="en-U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may better explain 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results</a:t>
            </a:r>
            <a:endParaRPr lang="en-U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2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3CB5-18ED-F85E-9C60-C8D66906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E8DA8403-8EDA-8F06-1EBE-FFFAA0E4771A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me show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you</a:t>
            </a:r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my own toy project to give you more information!</a:t>
            </a:r>
          </a:p>
        </p:txBody>
      </p:sp>
    </p:spTree>
    <p:extLst>
      <p:ext uri="{BB962C8B-B14F-4D97-AF65-F5344CB8AC3E}">
        <p14:creationId xmlns:p14="http://schemas.microsoft.com/office/powerpoint/2010/main" val="110497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0320-7EA7-DFB8-7E86-960A85C9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DF527B61-1E29-72A9-6187-5FC92EA53D87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Now, your turn!</a:t>
            </a:r>
          </a:p>
        </p:txBody>
      </p:sp>
    </p:spTree>
    <p:extLst>
      <p:ext uri="{BB962C8B-B14F-4D97-AF65-F5344CB8AC3E}">
        <p14:creationId xmlns:p14="http://schemas.microsoft.com/office/powerpoint/2010/main" val="388266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6A31-39B1-4791-9634-9D58E56A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3F4803C0-584C-299D-C036-70955EF20141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Let’s wrap-up!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did you manage to do during the session? Do you have questions or uncertainties?</a:t>
            </a:r>
          </a:p>
        </p:txBody>
      </p:sp>
    </p:spTree>
    <p:extLst>
      <p:ext uri="{BB962C8B-B14F-4D97-AF65-F5344CB8AC3E}">
        <p14:creationId xmlns:p14="http://schemas.microsoft.com/office/powerpoint/2010/main" val="3043405444"/>
      </p:ext>
    </p:extLst>
  </p:cSld>
  <p:clrMapOvr>
    <a:masterClrMapping/>
  </p:clrMapOvr>
</p:sld>
</file>

<file path=ppt/theme/theme1.xml><?xml version="1.0" encoding="utf-8"?>
<a:theme xmlns:a="http://schemas.openxmlformats.org/drawingml/2006/main" name="Stress Awareness Month by Slides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155</Words>
  <Application>Microsoft Office PowerPoint</Application>
  <PresentationFormat>Widescreen</PresentationFormat>
  <Paragraphs>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Karla</vt:lpstr>
      <vt:lpstr>Open Sans</vt:lpstr>
      <vt:lpstr>Open Sans ExtraBold</vt:lpstr>
      <vt:lpstr>Stress Awareness Month by Slidesgo</vt:lpstr>
      <vt:lpstr>Welcome to the Causal Statistics for Treatment Models TD – S3</vt:lpstr>
      <vt:lpstr>PowerPoint Presentation</vt:lpstr>
      <vt:lpstr>Next steps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Causal Statistics for Treatment Models TD </dc:title>
  <dc:creator>Thomas Beuchot</dc:creator>
  <cp:lastModifiedBy>Thomas Beuchot</cp:lastModifiedBy>
  <cp:revision>3</cp:revision>
  <dcterms:created xsi:type="dcterms:W3CDTF">2025-01-16T15:01:21Z</dcterms:created>
  <dcterms:modified xsi:type="dcterms:W3CDTF">2025-02-20T07:16:16Z</dcterms:modified>
</cp:coreProperties>
</file>